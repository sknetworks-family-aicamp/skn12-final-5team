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3" r:id="rId2"/>
    <p:sldId id="258" r:id="rId3"/>
    <p:sldId id="259" r:id="rId4"/>
    <p:sldId id="260" r:id="rId5"/>
    <p:sldId id="261" r:id="rId6"/>
    <p:sldId id="262" r:id="rId7"/>
    <p:sldId id="264" r:id="rId8"/>
    <p:sldId id="267" r:id="rId9"/>
    <p:sldId id="268" r:id="rId10"/>
    <p:sldId id="269" r:id="rId11"/>
    <p:sldId id="265" r:id="rId12"/>
    <p:sldId id="263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749" autoAdjust="0"/>
  </p:normalViewPr>
  <p:slideViewPr>
    <p:cSldViewPr snapToGrid="0">
      <p:cViewPr>
        <p:scale>
          <a:sx n="100" d="100"/>
          <a:sy n="100" d="100"/>
        </p:scale>
        <p:origin x="250" y="-117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D0363-C63A-4463-B64C-5222006CB667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AC892-6466-4F88-A678-CC87ED3BE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517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AC892-6466-4F88-A678-CC87ED3BE1E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301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AC892-6466-4F88-A678-CC87ED3BE1E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075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AC892-6466-4F88-A678-CC87ED3BE1E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33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Supervisor Server (</a:t>
            </a:r>
            <a:r>
              <a:rPr lang="ko-KR" altLang="en-US" b="1" dirty="0"/>
              <a:t>최종 정리 버전</a:t>
            </a:r>
            <a:r>
              <a:rPr lang="en-US" altLang="ko-KR" b="1" dirty="0"/>
              <a:t>)</a:t>
            </a:r>
          </a:p>
          <a:p>
            <a:r>
              <a:rPr lang="ko-KR" altLang="en-US" b="1" dirty="0"/>
              <a:t>면접 전체 흐름을 제어하는 중앙 서버</a:t>
            </a:r>
            <a:endParaRPr lang="ko-KR" altLang="en-US" dirty="0"/>
          </a:p>
          <a:p>
            <a:r>
              <a:rPr lang="ko-KR" altLang="en-US" dirty="0"/>
              <a:t>내부에 </a:t>
            </a:r>
            <a:r>
              <a:rPr lang="ko-KR" altLang="en-US" b="1" dirty="0" err="1"/>
              <a:t>오케스트레이터</a:t>
            </a:r>
            <a:r>
              <a:rPr lang="ko-KR" altLang="en-US" b="1" dirty="0"/>
              <a:t> 에이전트</a:t>
            </a:r>
            <a:r>
              <a:rPr lang="ko-KR" altLang="en-US" dirty="0"/>
              <a:t>가 있어서</a:t>
            </a:r>
          </a:p>
          <a:p>
            <a:pPr lvl="1"/>
            <a:r>
              <a:rPr lang="ko-KR" altLang="en-US" b="1" dirty="0"/>
              <a:t>각 에이전트</a:t>
            </a:r>
            <a:r>
              <a:rPr lang="en-US" altLang="ko-KR" b="1" dirty="0"/>
              <a:t>(</a:t>
            </a:r>
            <a:r>
              <a:rPr lang="ko-KR" altLang="en-US" b="1" dirty="0"/>
              <a:t>면접관 </a:t>
            </a:r>
            <a:r>
              <a:rPr lang="en-US" altLang="ko-KR" b="1" dirty="0"/>
              <a:t>LLM, </a:t>
            </a:r>
            <a:r>
              <a:rPr lang="ko-KR" altLang="en-US" b="1" dirty="0"/>
              <a:t>지원자 </a:t>
            </a:r>
            <a:r>
              <a:rPr lang="en-US" altLang="ko-KR" b="1" dirty="0"/>
              <a:t>LLM, </a:t>
            </a:r>
            <a:r>
              <a:rPr lang="ko-KR" altLang="en-US" b="1" dirty="0"/>
              <a:t>피드백 서버</a:t>
            </a:r>
            <a:r>
              <a:rPr lang="en-US" altLang="ko-KR" b="1" dirty="0"/>
              <a:t>)</a:t>
            </a:r>
            <a:r>
              <a:rPr lang="ko-KR" altLang="en-US" b="1" dirty="0"/>
              <a:t>를 자동으로 호출</a:t>
            </a:r>
            <a:r>
              <a:rPr lang="ko-KR" altLang="en-US" dirty="0"/>
              <a:t>하고 순서를 관리</a:t>
            </a:r>
          </a:p>
          <a:p>
            <a:pPr lvl="1"/>
            <a:r>
              <a:rPr lang="en-US" altLang="ko-KR" b="1" dirty="0"/>
              <a:t>JSON </a:t>
            </a:r>
            <a:r>
              <a:rPr lang="ko-KR" altLang="en-US" b="1" dirty="0"/>
              <a:t>포맷으로 모든 에이전트와 데이터를 주고받으며</a:t>
            </a:r>
            <a:r>
              <a:rPr lang="ko-KR" altLang="en-US" dirty="0"/>
              <a:t> 흐름을 제어</a:t>
            </a:r>
          </a:p>
          <a:p>
            <a:pPr lvl="1"/>
            <a:r>
              <a:rPr lang="ko-KR" altLang="en-US" b="1" dirty="0"/>
              <a:t>상태</a:t>
            </a:r>
            <a:r>
              <a:rPr lang="en-US" altLang="ko-KR" b="1" dirty="0"/>
              <a:t>(state)</a:t>
            </a:r>
            <a:r>
              <a:rPr lang="ko-KR" altLang="en-US" b="1" dirty="0"/>
              <a:t>와 로그를 추적</a:t>
            </a:r>
            <a:r>
              <a:rPr lang="ko-KR" altLang="en-US" dirty="0"/>
              <a:t>하여 면접 진행 상황을 기록</a:t>
            </a:r>
          </a:p>
          <a:p>
            <a:r>
              <a:rPr lang="en-US" altLang="ko-KR" b="1" dirty="0"/>
              <a:t>TTS/STT</a:t>
            </a:r>
            <a:r>
              <a:rPr lang="ko-KR" altLang="en-US" b="1" dirty="0"/>
              <a:t>와 연동</a:t>
            </a:r>
            <a:r>
              <a:rPr lang="ko-KR" altLang="en-US" dirty="0"/>
              <a:t>하여</a:t>
            </a:r>
          </a:p>
          <a:p>
            <a:pPr lvl="1"/>
            <a:r>
              <a:rPr lang="ko-KR" altLang="en-US" dirty="0"/>
              <a:t>질문은 </a:t>
            </a:r>
            <a:r>
              <a:rPr lang="en-US" altLang="ko-KR" b="1" dirty="0"/>
              <a:t>TTS </a:t>
            </a:r>
            <a:r>
              <a:rPr lang="ko-KR" altLang="en-US" b="1" dirty="0"/>
              <a:t>변환 후 </a:t>
            </a:r>
            <a:r>
              <a:rPr lang="ko-KR" altLang="en-US" b="1" dirty="0" err="1"/>
              <a:t>프론트엔드</a:t>
            </a:r>
            <a:r>
              <a:rPr lang="en-US" altLang="ko-KR" b="1" dirty="0"/>
              <a:t>(React)</a:t>
            </a:r>
            <a:r>
              <a:rPr lang="ko-KR" altLang="en-US" b="1" dirty="0"/>
              <a:t>로 전달</a:t>
            </a:r>
            <a:endParaRPr lang="ko-KR" altLang="en-US" dirty="0"/>
          </a:p>
          <a:p>
            <a:pPr lvl="1"/>
            <a:r>
              <a:rPr lang="ko-KR" altLang="en-US" dirty="0"/>
              <a:t>사용자의 음성 답변은 </a:t>
            </a:r>
            <a:r>
              <a:rPr lang="en-US" altLang="ko-KR" b="1" dirty="0"/>
              <a:t>STT</a:t>
            </a:r>
            <a:r>
              <a:rPr lang="ko-KR" altLang="en-US" b="1" dirty="0"/>
              <a:t>를 거쳐 텍스트</a:t>
            </a:r>
            <a:r>
              <a:rPr lang="en-US" altLang="ko-KR" b="1" dirty="0"/>
              <a:t>(JSON)</a:t>
            </a:r>
            <a:r>
              <a:rPr lang="ko-KR" altLang="en-US" b="1" dirty="0"/>
              <a:t>으로 변환</a:t>
            </a:r>
            <a:r>
              <a:rPr lang="ko-KR" altLang="en-US" dirty="0"/>
              <a:t> 후 </a:t>
            </a:r>
            <a:r>
              <a:rPr lang="ko-KR" altLang="en-US" dirty="0" err="1"/>
              <a:t>오케스트레이터가</a:t>
            </a:r>
            <a:r>
              <a:rPr lang="ko-KR" altLang="en-US" dirty="0"/>
              <a:t> 수집</a:t>
            </a:r>
          </a:p>
          <a:p>
            <a:r>
              <a:rPr lang="ko-KR" altLang="en-US" b="1" dirty="0" err="1"/>
              <a:t>프론트엔드와</a:t>
            </a:r>
            <a:r>
              <a:rPr lang="ko-KR" altLang="en-US" b="1" dirty="0"/>
              <a:t> 음성 기반 실시간 상호작용</a:t>
            </a:r>
            <a:r>
              <a:rPr lang="ko-KR" altLang="en-US" dirty="0"/>
              <a:t>을 지원</a:t>
            </a:r>
          </a:p>
          <a:p>
            <a:r>
              <a:rPr lang="ko-KR" altLang="en-US" dirty="0"/>
              <a:t>전체 면접 프로세스</a:t>
            </a:r>
            <a:r>
              <a:rPr lang="en-US" altLang="ko-KR" dirty="0"/>
              <a:t>(</a:t>
            </a:r>
            <a:r>
              <a:rPr lang="ko-KR" altLang="en-US" dirty="0"/>
              <a:t>질문 → 답변 → 평가 → 피드백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b="1" dirty="0" err="1"/>
              <a:t>오케스트레이터가</a:t>
            </a:r>
            <a:r>
              <a:rPr lang="ko-KR" altLang="en-US" b="1" dirty="0"/>
              <a:t> 자동으로 라우팅하고 관리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AC892-6466-4F88-A678-CC87ED3BE1E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238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err="1"/>
              <a:t>nterview</a:t>
            </a:r>
            <a:r>
              <a:rPr lang="en-US" altLang="ko-KR" b="1" dirty="0"/>
              <a:t> Server (</a:t>
            </a:r>
            <a:r>
              <a:rPr lang="ko-KR" altLang="en-US" b="1" dirty="0"/>
              <a:t>정리 버전</a:t>
            </a:r>
            <a:r>
              <a:rPr lang="en-US" altLang="ko-KR" b="1" dirty="0"/>
              <a:t>)</a:t>
            </a:r>
          </a:p>
          <a:p>
            <a:r>
              <a:rPr lang="ko-KR" altLang="en-US" b="1" dirty="0"/>
              <a:t>실제 면접의 질문과 답변을 생성하는 서버</a:t>
            </a:r>
            <a:endParaRPr lang="ko-KR" altLang="en-US" dirty="0"/>
          </a:p>
          <a:p>
            <a:r>
              <a:rPr lang="ko-KR" altLang="en-US" dirty="0"/>
              <a:t>내부에 </a:t>
            </a:r>
            <a:r>
              <a:rPr lang="ko-KR" altLang="en-US" b="1" dirty="0"/>
              <a:t>두 개의 </a:t>
            </a:r>
            <a:r>
              <a:rPr lang="en-US" altLang="ko-KR" b="1" dirty="0"/>
              <a:t>LLM </a:t>
            </a:r>
            <a:r>
              <a:rPr lang="ko-KR" altLang="en-US" b="1" dirty="0"/>
              <a:t>에이전트</a:t>
            </a:r>
            <a:r>
              <a:rPr lang="ko-KR" altLang="en-US" dirty="0"/>
              <a:t> 포함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b="1" dirty="0"/>
              <a:t>면접관 </a:t>
            </a:r>
            <a:r>
              <a:rPr lang="en-US" altLang="ko-KR" b="1" dirty="0"/>
              <a:t>LLM</a:t>
            </a:r>
            <a:r>
              <a:rPr lang="ko-KR" altLang="en-US" dirty="0"/>
              <a:t> → 질문 생성 담당</a:t>
            </a:r>
          </a:p>
          <a:p>
            <a:pPr lvl="1"/>
            <a:r>
              <a:rPr lang="ko-KR" altLang="en-US" b="1" dirty="0"/>
              <a:t>지원자 </a:t>
            </a:r>
            <a:r>
              <a:rPr lang="en-US" altLang="ko-KR" b="1" dirty="0"/>
              <a:t>LLM</a:t>
            </a:r>
            <a:r>
              <a:rPr lang="ko-KR" altLang="en-US" dirty="0"/>
              <a:t> → 답변 생성 담당</a:t>
            </a:r>
          </a:p>
          <a:p>
            <a:r>
              <a:rPr lang="ko-KR" altLang="en-US" dirty="0"/>
              <a:t>**</a:t>
            </a:r>
            <a:r>
              <a:rPr lang="en-US" altLang="ko-KR" dirty="0" err="1"/>
              <a:t>SuperVisor</a:t>
            </a:r>
            <a:r>
              <a:rPr lang="en-US" altLang="ko-KR" dirty="0"/>
              <a:t> Server(</a:t>
            </a:r>
            <a:r>
              <a:rPr lang="ko-KR" altLang="en-US" dirty="0" err="1"/>
              <a:t>오케스트레이터</a:t>
            </a:r>
            <a:r>
              <a:rPr lang="en-US" altLang="ko-KR" dirty="0"/>
              <a:t>)**</a:t>
            </a:r>
            <a:r>
              <a:rPr lang="ko-KR" altLang="en-US" dirty="0"/>
              <a:t>의 요청에 따라 호출되어 동작</a:t>
            </a:r>
          </a:p>
          <a:p>
            <a:r>
              <a:rPr lang="ko-KR" altLang="en-US" dirty="0"/>
              <a:t>각 </a:t>
            </a:r>
            <a:r>
              <a:rPr lang="en-US" altLang="ko-KR" dirty="0"/>
              <a:t>LLM</a:t>
            </a:r>
            <a:r>
              <a:rPr lang="ko-KR" altLang="en-US" dirty="0"/>
              <a:t>은 </a:t>
            </a:r>
            <a:r>
              <a:rPr lang="ko-KR" altLang="en-US" dirty="0" err="1"/>
              <a:t>요청받은</a:t>
            </a:r>
            <a:r>
              <a:rPr lang="ko-KR" altLang="en-US" dirty="0"/>
              <a:t> </a:t>
            </a:r>
            <a:r>
              <a:rPr lang="en-US" altLang="ko-KR" dirty="0"/>
              <a:t>JSON</a:t>
            </a:r>
            <a:r>
              <a:rPr lang="ko-KR" altLang="en-US" dirty="0"/>
              <a:t>을 처리 후</a:t>
            </a:r>
            <a:r>
              <a:rPr lang="en-US" altLang="ko-KR" dirty="0"/>
              <a:t>, </a:t>
            </a:r>
            <a:r>
              <a:rPr lang="ko-KR" altLang="en-US" dirty="0"/>
              <a:t>결과를 </a:t>
            </a:r>
            <a:r>
              <a:rPr lang="en-US" altLang="ko-KR" dirty="0"/>
              <a:t>JSON</a:t>
            </a:r>
            <a:r>
              <a:rPr lang="ko-KR" altLang="en-US" dirty="0"/>
              <a:t>으로 반환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AC892-6466-4F88-A678-CC87ED3BE1E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176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Feedback Server (</a:t>
            </a:r>
            <a:r>
              <a:rPr lang="ko-KR" altLang="en-US" b="1" dirty="0"/>
              <a:t>정리 버전</a:t>
            </a:r>
            <a:r>
              <a:rPr lang="en-US" altLang="ko-KR" b="1" dirty="0"/>
              <a:t>)</a:t>
            </a:r>
          </a:p>
          <a:p>
            <a:r>
              <a:rPr lang="ko-KR" altLang="en-US" b="1" dirty="0"/>
              <a:t>면접 종료 후 채점과 피드백을 담당하는 서버</a:t>
            </a:r>
            <a:endParaRPr lang="ko-KR" altLang="en-US" dirty="0"/>
          </a:p>
          <a:p>
            <a:r>
              <a:rPr lang="en-US" altLang="ko-KR" b="1" dirty="0"/>
              <a:t>1</a:t>
            </a:r>
            <a:r>
              <a:rPr lang="ko-KR" altLang="en-US" b="1" dirty="0"/>
              <a:t>차 처리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ML </a:t>
            </a:r>
            <a:r>
              <a:rPr lang="ko-KR" altLang="en-US" dirty="0"/>
              <a:t>모델 또는 규칙 기반으로 </a:t>
            </a:r>
            <a:r>
              <a:rPr lang="ko-KR" altLang="en-US" b="1" dirty="0"/>
              <a:t>점수</a:t>
            </a:r>
            <a:r>
              <a:rPr lang="en-US" altLang="ko-KR" b="1" dirty="0"/>
              <a:t>(score) </a:t>
            </a:r>
            <a:r>
              <a:rPr lang="ko-KR" altLang="en-US" b="1" dirty="0"/>
              <a:t>산출</a:t>
            </a:r>
            <a:endParaRPr lang="ko-KR" altLang="en-US" dirty="0"/>
          </a:p>
          <a:p>
            <a:r>
              <a:rPr lang="en-US" altLang="ko-KR" b="1" dirty="0"/>
              <a:t>2</a:t>
            </a:r>
            <a:r>
              <a:rPr lang="ko-KR" altLang="en-US" b="1" dirty="0"/>
              <a:t>차 처리</a:t>
            </a:r>
            <a:r>
              <a:rPr lang="en-US" altLang="ko-KR" b="1" dirty="0"/>
              <a:t>:</a:t>
            </a:r>
            <a:r>
              <a:rPr lang="ko-KR" altLang="en-US" dirty="0"/>
              <a:t> 산출된 점수를 기반으로 </a:t>
            </a:r>
            <a:r>
              <a:rPr lang="ko-KR" altLang="en-US" b="1" dirty="0"/>
              <a:t>피드백</a:t>
            </a:r>
            <a:r>
              <a:rPr lang="en-US" altLang="ko-KR" b="1" dirty="0"/>
              <a:t>(feedback) </a:t>
            </a:r>
            <a:r>
              <a:rPr lang="ko-KR" altLang="en-US" b="1" dirty="0"/>
              <a:t>생성</a:t>
            </a:r>
            <a:endParaRPr lang="ko-KR" altLang="en-US" dirty="0"/>
          </a:p>
          <a:p>
            <a:r>
              <a:rPr lang="ko-KR" altLang="en-US" dirty="0"/>
              <a:t>최종적으로 </a:t>
            </a:r>
            <a:r>
              <a:rPr lang="ko-KR" altLang="en-US" b="1" dirty="0"/>
              <a:t>면접의 총 결과</a:t>
            </a:r>
            <a:r>
              <a:rPr lang="en-US" altLang="ko-KR" b="1" dirty="0"/>
              <a:t>(</a:t>
            </a:r>
            <a:r>
              <a:rPr lang="ko-KR" altLang="en-US" b="1" dirty="0"/>
              <a:t>점수 </a:t>
            </a:r>
            <a:r>
              <a:rPr lang="en-US" altLang="ko-KR" b="1" dirty="0"/>
              <a:t>+ </a:t>
            </a:r>
            <a:r>
              <a:rPr lang="ko-KR" altLang="en-US" b="1" dirty="0"/>
              <a:t>피드백</a:t>
            </a:r>
            <a:r>
              <a:rPr lang="en-US" altLang="ko-KR" b="1" dirty="0"/>
              <a:t>)</a:t>
            </a:r>
            <a:r>
              <a:rPr lang="ko-KR" altLang="en-US" b="1" dirty="0"/>
              <a:t>를 데이터베이스에 저장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9AC892-6466-4F88-A678-CC87ED3BE1E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1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EE499-DCDD-DA2F-632F-5E4EE8BD0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F00D56-2E80-7FB5-5EA8-52E9C2E53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3A561-A8A2-5595-9063-69B530A0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F3BD2-C02E-70F6-85B5-EDEE0D78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4547BE-B58A-3C10-F031-4355CE15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00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5F8D85-7999-57F7-61C6-967668A6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2CB064-7E7E-65F9-6EDC-A60D3240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F8C630-A5F6-0806-E2A3-FBC63339D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60E736-2262-D4CB-668B-BAADF786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3C4A24-55D2-09EE-E151-89713ADA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8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03894-F863-AC1C-9CAA-879E7930F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09A340-CA0D-F920-498A-DCAD4A3AA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0575D0-49A0-4A82-6A1C-F9986EEF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D9B3A-8258-672E-A038-1FBA0A8E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648B8C-35D0-41D2-1B15-3AF5943A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01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05AFA-0F40-2262-EDC6-10EC670C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52B149-22F3-6143-818B-2A4450661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BD6AA5-E7A0-809C-8A4C-AB12648CB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2CF12D-F9B7-FAC8-49AF-D633EFEC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0B41D7-3F67-7B00-0FF4-D109CC87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583EA1-9FDF-71D7-A885-11ABA0F8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89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0E42A-9BC5-C448-DF32-57513DCA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0655D1-6F55-F815-2CC6-DCBCF2D47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18B264-D6DD-06C3-8E50-2EE58894C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03C8A2-E05F-23AA-C45C-E4F0A9B17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BA944D-85B2-88C9-A1A9-56C730E36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19F004-88D6-7DD5-1847-11A26033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ED3DA6-12E3-A031-A16D-54976677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01F49A-0F75-BE35-4379-2CE2565F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65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1002A-83C0-754B-5135-FEC84A9A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098F77-9DAE-477B-EEB1-06205810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A4734-0F50-F3AF-3868-9C633660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077D23-840D-52BE-1B22-77091337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2B14C5-3E2A-B76A-6538-C0733123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949F6B-1139-6A24-E04F-5926B405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2A3E4E-39D9-8A1A-08C6-019EB9A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19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15466-617A-0E0E-9420-888761CE0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1BDAF-D2B2-844F-6D1B-19AAC81EC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2F5B25-1C52-283D-4F5F-B07CA44F8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6C6C9C-B5AF-C295-7F26-64493DDB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6C1243-91DC-707A-4D71-CFCD69E48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486C38-159A-7023-9B51-189557A8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48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029D9-95E1-23D7-9901-FEA5D1F8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F6C63B-2E1B-3254-B9B1-3057CA471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51BA0E-9CFF-5A70-AF4C-D482367E0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F9E34B-4ABF-FC3E-86A2-F1581092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E387A1-D328-40C3-F567-DBDB5D03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14A659-ABD4-AFD3-5CCD-A26BD12E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31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DE973-D4FF-FB9A-6BBC-10D123287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97E998-A86B-E759-EA4F-83ECD9306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F49D5A-6D74-40CA-E38F-98148F27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8ED887-8CC3-0444-78FB-AA08D163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0163F7-79A5-7F97-570E-B751B48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41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724ADF-0291-0805-0074-17CA39E25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528FD-C8A8-5BF7-BB3B-4EC01083D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DF322-99AB-0948-65EA-003A4D7F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27822-8DD2-DD94-DE1B-B7FCE25E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86A2C-844D-4735-C154-C50A3931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2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6EAD74A-E8EB-CD41-02CC-10E53A07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6C5DC0-D0CC-B96F-57EB-9164D6158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412A0-3C71-9E7C-1A66-8584CFA19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77407-3BA1-4FB8-8760-C9C744495FB0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53E47-601C-D10D-82E3-87DB25F9C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7264B-C4D0-15EF-DED4-CD307FBB3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83245-8358-482C-BA34-D4F4AFAE7A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542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rgbClr val="FFFFFF">
                  <a:shade val="100000"/>
                  <a:satMod val="115000"/>
                  <a:alpha val="7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7342" y="2354734"/>
            <a:ext cx="12806683" cy="2641600"/>
          </a:xfrm>
          <a:prstGeom prst="rect">
            <a:avLst/>
          </a:prstGeom>
        </p:spPr>
      </p:pic>
      <p:pic>
        <p:nvPicPr>
          <p:cNvPr id="4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669" y="4217338"/>
            <a:ext cx="6286656" cy="1312333"/>
          </a:xfrm>
          <a:prstGeom prst="rect">
            <a:avLst/>
          </a:prstGeom>
        </p:spPr>
      </p:pic>
      <p:pic>
        <p:nvPicPr>
          <p:cNvPr id="7" name="그림 6" descr="클립아트, 일러스트레이션, 그림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7CDB3A-30CC-4206-0F83-BCEE811185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823" y="235632"/>
            <a:ext cx="1269191" cy="1694436"/>
          </a:xfrm>
          <a:prstGeom prst="rect">
            <a:avLst/>
          </a:prstGeom>
        </p:spPr>
      </p:pic>
      <p:pic>
        <p:nvPicPr>
          <p:cNvPr id="5" name="Picture 2" descr="C:\Users\win\Downloads\image-removebg-preview (7)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884" y="-429525"/>
            <a:ext cx="6802227" cy="386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451EB9CB-3FD9-EA2D-B08C-AC9DABC1F362}"/>
              </a:ext>
            </a:extLst>
          </p:cNvPr>
          <p:cNvSpPr/>
          <p:nvPr/>
        </p:nvSpPr>
        <p:spPr>
          <a:xfrm>
            <a:off x="6440805" y="4821555"/>
            <a:ext cx="196215" cy="118110"/>
          </a:xfrm>
          <a:prstGeom prst="ellipse">
            <a:avLst/>
          </a:prstGeom>
          <a:solidFill>
            <a:srgbClr val="94C9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459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85454-D348-4CDA-1F0D-5F1ABC3D7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2EAA44-78F5-5150-4EE5-F4F6FF752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514350" indent="-514350" algn="ctr">
              <a:lnSpc>
                <a:spcPct val="200000"/>
              </a:lnSpc>
              <a:buAutoNum type="arabicPeriod"/>
            </a:pPr>
            <a:r>
              <a:rPr lang="ko-KR" altLang="en-US" sz="3600" b="1" dirty="0"/>
              <a:t>중간 발표 피드백</a:t>
            </a:r>
            <a:endParaRPr lang="en-US" altLang="ko-KR" sz="3600" b="1" dirty="0"/>
          </a:p>
          <a:p>
            <a:pPr marL="514350" indent="-514350" algn="ctr">
              <a:lnSpc>
                <a:spcPct val="200000"/>
              </a:lnSpc>
              <a:buAutoNum type="arabicPeriod"/>
            </a:pPr>
            <a:r>
              <a:rPr lang="en-US" altLang="ko-KR" sz="3600" b="1" dirty="0"/>
              <a:t>4</a:t>
            </a:r>
            <a:r>
              <a:rPr lang="ko-KR" altLang="en-US" sz="3600" b="1" dirty="0"/>
              <a:t>주차 진행 사항</a:t>
            </a:r>
            <a:endParaRPr lang="en-US" altLang="ko-KR" sz="3600" b="1" dirty="0"/>
          </a:p>
          <a:p>
            <a:pPr marL="514350" indent="-514350" algn="ctr">
              <a:lnSpc>
                <a:spcPct val="200000"/>
              </a:lnSpc>
              <a:buAutoNum type="arabicPeriod"/>
            </a:pPr>
            <a:r>
              <a:rPr lang="en-US" altLang="ko-KR" sz="3600" b="1" dirty="0"/>
              <a:t>5</a:t>
            </a:r>
            <a:r>
              <a:rPr lang="ko-KR" altLang="en-US" sz="3600" b="1" dirty="0"/>
              <a:t>주차 예정 사항</a:t>
            </a:r>
          </a:p>
        </p:txBody>
      </p:sp>
    </p:spTree>
    <p:extLst>
      <p:ext uri="{BB962C8B-B14F-4D97-AF65-F5344CB8AC3E}">
        <p14:creationId xmlns:p14="http://schemas.microsoft.com/office/powerpoint/2010/main" val="160255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65728-5DB2-1A94-AD3C-99BAE65E6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중간 발표 피드백</a:t>
            </a:r>
          </a:p>
        </p:txBody>
      </p:sp>
    </p:spTree>
    <p:extLst>
      <p:ext uri="{BB962C8B-B14F-4D97-AF65-F5344CB8AC3E}">
        <p14:creationId xmlns:p14="http://schemas.microsoft.com/office/powerpoint/2010/main" val="148476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328BC-476D-EB33-DD50-11A682EC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중간 발표 피드백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2634B-5824-50F1-7951-692ECA57D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891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면접관</a:t>
            </a:r>
            <a:r>
              <a:rPr lang="en-US" altLang="ko-KR" dirty="0"/>
              <a:t>, </a:t>
            </a:r>
            <a:r>
              <a:rPr lang="ko-KR" altLang="en-US" dirty="0"/>
              <a:t>지원자와의 유기적인 상호작용</a:t>
            </a:r>
            <a:endParaRPr lang="en-US" altLang="ko-KR" dirty="0"/>
          </a:p>
          <a:p>
            <a:pPr lvl="1"/>
            <a:r>
              <a:rPr lang="ko-KR" altLang="en-US" dirty="0"/>
              <a:t>난이도에 의해 우선 순위에 있어서는 많이 후순위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높은 수준의 질문 생성</a:t>
            </a:r>
            <a:endParaRPr lang="en-US" altLang="ko-KR" dirty="0"/>
          </a:p>
          <a:p>
            <a:pPr lvl="1"/>
            <a:r>
              <a:rPr lang="ko-KR" altLang="en-US" dirty="0"/>
              <a:t>이미 기업의 특성</a:t>
            </a:r>
            <a:r>
              <a:rPr lang="en-US" altLang="ko-KR" dirty="0"/>
              <a:t>, </a:t>
            </a:r>
            <a:r>
              <a:rPr lang="ko-KR" altLang="en-US" dirty="0"/>
              <a:t>직무의 특성</a:t>
            </a:r>
            <a:r>
              <a:rPr lang="en-US" altLang="ko-KR" dirty="0"/>
              <a:t>, </a:t>
            </a:r>
            <a:r>
              <a:rPr lang="ko-KR" altLang="en-US" dirty="0"/>
              <a:t>공고 분석 등의 많은 데이터 보유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다대다 면접 대상 타겟</a:t>
            </a:r>
            <a:endParaRPr lang="en-US" altLang="ko-KR" dirty="0"/>
          </a:p>
          <a:p>
            <a:pPr lvl="1"/>
            <a:r>
              <a:rPr lang="ko-KR" altLang="en-US" dirty="0"/>
              <a:t>본 서비스의 타겟은 대기업 </a:t>
            </a:r>
            <a:r>
              <a:rPr lang="ko-KR" altLang="en-US" dirty="0" err="1"/>
              <a:t>준비자</a:t>
            </a:r>
            <a:endParaRPr lang="en-US" altLang="ko-KR" dirty="0"/>
          </a:p>
          <a:p>
            <a:pPr lvl="1"/>
            <a:r>
              <a:rPr lang="ko-KR" altLang="en-US" dirty="0"/>
              <a:t>다대다 면접 뿐 아니라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 </a:t>
            </a:r>
            <a:r>
              <a:rPr lang="ko-KR" altLang="en-US" dirty="0"/>
              <a:t>면접 서비스도 도입 예정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9611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F84F-91EF-C4DB-D8B5-8DB28B0A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89251-C2C0-0684-EB96-5387E3C3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중간 발표 피드백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B4918-257B-03DF-4E1F-5BCF5FB8C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891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사용자 시선 처리 등 비언어적 표현</a:t>
            </a:r>
            <a:endParaRPr lang="en-US" altLang="ko-KR" dirty="0"/>
          </a:p>
          <a:p>
            <a:pPr lvl="1"/>
            <a:r>
              <a:rPr lang="ko-KR" altLang="en-US" dirty="0"/>
              <a:t>기획 단계에서 시간과 난이도의 이유로 </a:t>
            </a:r>
            <a:r>
              <a:rPr lang="ko-KR" altLang="en-US" dirty="0" err="1"/>
              <a:t>미뤄짐</a:t>
            </a:r>
            <a:endParaRPr lang="en-US" altLang="ko-KR" dirty="0"/>
          </a:p>
          <a:p>
            <a:pPr lvl="1"/>
            <a:r>
              <a:rPr lang="en-US" altLang="ko-KR" dirty="0"/>
              <a:t>Yolo</a:t>
            </a:r>
            <a:r>
              <a:rPr lang="ko-KR" altLang="en-US" dirty="0"/>
              <a:t>와 </a:t>
            </a:r>
            <a:r>
              <a:rPr lang="en-US" altLang="ko-KR" dirty="0"/>
              <a:t>OpenCV </a:t>
            </a:r>
            <a:r>
              <a:rPr lang="ko-KR" altLang="en-US" dirty="0"/>
              <a:t>를 통해 도입 가능성 확인 중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AI </a:t>
            </a:r>
            <a:r>
              <a:rPr lang="ko-KR" altLang="en-US" dirty="0"/>
              <a:t>지원자와 면접관 </a:t>
            </a:r>
            <a:r>
              <a:rPr lang="en-US" altLang="ko-KR" dirty="0"/>
              <a:t>TTS </a:t>
            </a:r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중간 발표 때 진행된 프로토 타입에서 부자연스러운 음성 문제</a:t>
            </a:r>
            <a:endParaRPr lang="en-US" altLang="ko-KR" dirty="0"/>
          </a:p>
          <a:p>
            <a:pPr lvl="1"/>
            <a:r>
              <a:rPr lang="en-US" altLang="ko-KR" dirty="0"/>
              <a:t>Whisper</a:t>
            </a:r>
            <a:r>
              <a:rPr lang="ko-KR" altLang="en-US" dirty="0"/>
              <a:t>와 </a:t>
            </a:r>
            <a:r>
              <a:rPr lang="ko-KR" altLang="en-US" dirty="0" err="1"/>
              <a:t>일레븐</a:t>
            </a:r>
            <a:r>
              <a:rPr lang="ko-KR" altLang="en-US" dirty="0"/>
              <a:t> </a:t>
            </a:r>
            <a:r>
              <a:rPr lang="ko-KR" altLang="en-US" dirty="0" err="1"/>
              <a:t>랩스</a:t>
            </a:r>
            <a:r>
              <a:rPr lang="ko-KR" altLang="en-US" dirty="0"/>
              <a:t> 등의 다른 서비스 탐색</a:t>
            </a:r>
            <a:endParaRPr lang="en-US" altLang="ko-KR" dirty="0"/>
          </a:p>
          <a:p>
            <a:pPr lvl="1"/>
            <a:r>
              <a:rPr lang="ko-KR" altLang="en-US" dirty="0"/>
              <a:t>가장 자연스럽다고 판단되는 </a:t>
            </a:r>
            <a:r>
              <a:rPr lang="ko-KR" altLang="en-US" dirty="0" err="1"/>
              <a:t>일레븐</a:t>
            </a:r>
            <a:r>
              <a:rPr lang="ko-KR" altLang="en-US" dirty="0"/>
              <a:t> </a:t>
            </a:r>
            <a:r>
              <a:rPr lang="ko-KR" altLang="en-US" dirty="0" err="1"/>
              <a:t>랩스</a:t>
            </a:r>
            <a:r>
              <a:rPr lang="ko-KR" altLang="en-US" dirty="0"/>
              <a:t> 서비스 도입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4" name="smp_audio_anna">
            <a:hlinkClick r:id="" action="ppaction://media"/>
            <a:extLst>
              <a:ext uri="{FF2B5EF4-FFF2-40B4-BE49-F238E27FC236}">
                <a16:creationId xmlns:a16="http://schemas.microsoft.com/office/drawing/2014/main" id="{EEDEAC64-A652-D9D4-D0F8-FD877477DD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04378" y="590366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3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97935-C90B-F508-0B5F-B1FAF57B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627F7-195B-701C-27B3-91003ECBC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2. 4</a:t>
            </a:r>
            <a:r>
              <a:rPr lang="ko-KR" altLang="en-US" dirty="0"/>
              <a:t>주차 진행 사항</a:t>
            </a:r>
          </a:p>
        </p:txBody>
      </p:sp>
    </p:spTree>
    <p:extLst>
      <p:ext uri="{BB962C8B-B14F-4D97-AF65-F5344CB8AC3E}">
        <p14:creationId xmlns:p14="http://schemas.microsoft.com/office/powerpoint/2010/main" val="35480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64516-1B2B-DA82-D01A-F8949EA0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9A593-E583-33E2-3E6B-D32CE174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2. 4</a:t>
            </a:r>
            <a:r>
              <a:rPr lang="ko-KR" altLang="en-US" dirty="0"/>
              <a:t>주차 진행 사항</a:t>
            </a:r>
            <a:r>
              <a:rPr lang="en-US" altLang="ko-KR" dirty="0"/>
              <a:t>1 – </a:t>
            </a:r>
            <a:r>
              <a:rPr lang="ko-KR" altLang="en-US" dirty="0"/>
              <a:t>시스템 구성도</a:t>
            </a:r>
          </a:p>
        </p:txBody>
      </p:sp>
      <p:pic>
        <p:nvPicPr>
          <p:cNvPr id="5" name="내용 개체 틀 4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BDEBF1-A7F0-0392-9C3F-D8CB15C0C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187" y="1825625"/>
            <a:ext cx="9211626" cy="4848225"/>
          </a:xfrm>
        </p:spPr>
      </p:pic>
    </p:spTree>
    <p:extLst>
      <p:ext uri="{BB962C8B-B14F-4D97-AF65-F5344CB8AC3E}">
        <p14:creationId xmlns:p14="http://schemas.microsoft.com/office/powerpoint/2010/main" val="660874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4AAC4-04A2-2DE3-6031-8517AD43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2. 4</a:t>
            </a:r>
            <a:r>
              <a:rPr lang="ko-KR" altLang="en-US" dirty="0"/>
              <a:t>주차 진행 사항</a:t>
            </a:r>
            <a:r>
              <a:rPr lang="en-US" altLang="ko-KR" dirty="0"/>
              <a:t>1 – </a:t>
            </a:r>
            <a:r>
              <a:rPr lang="ko-KR" altLang="en-US" dirty="0"/>
              <a:t>시스템 구성도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67D38D2-8762-7B85-8D41-A4AAAFB130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6551" y="2265390"/>
            <a:ext cx="4192701" cy="3323482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416608-EFB9-7684-9E8A-B5F7D59387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SuperVisor</a:t>
            </a:r>
            <a:r>
              <a:rPr lang="en-US" altLang="ko-KR" dirty="0"/>
              <a:t> Server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면접의 전체 흐름을 관리하는 서버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오케스트레이터</a:t>
            </a:r>
            <a:r>
              <a:rPr lang="ko-KR" altLang="en-US" dirty="0"/>
              <a:t> 라는 흐름 관리 에이전트 도입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TTS</a:t>
            </a:r>
            <a:r>
              <a:rPr lang="ko-KR" altLang="en-US" dirty="0"/>
              <a:t>와 </a:t>
            </a:r>
            <a:r>
              <a:rPr lang="en-US" altLang="ko-KR" dirty="0"/>
              <a:t>STT</a:t>
            </a:r>
            <a:r>
              <a:rPr lang="ko-KR" altLang="en-US" dirty="0"/>
              <a:t>을 이용하여 프론트 엔드와 상호 작용</a:t>
            </a:r>
          </a:p>
        </p:txBody>
      </p:sp>
    </p:spTree>
    <p:extLst>
      <p:ext uri="{BB962C8B-B14F-4D97-AF65-F5344CB8AC3E}">
        <p14:creationId xmlns:p14="http://schemas.microsoft.com/office/powerpoint/2010/main" val="355987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0B7E0-1A55-E7B7-A93A-DDFC7189A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E1936-B86B-8A37-1A91-8E3F2EF9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2. 4</a:t>
            </a:r>
            <a:r>
              <a:rPr lang="ko-KR" altLang="en-US" dirty="0"/>
              <a:t>주차 진행 사항</a:t>
            </a:r>
            <a:r>
              <a:rPr lang="en-US" altLang="ko-KR" dirty="0"/>
              <a:t>1 – </a:t>
            </a:r>
            <a:r>
              <a:rPr lang="ko-KR" altLang="en-US" dirty="0"/>
              <a:t>시스템 구성도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1FDFAB-CB67-161A-FC5E-DAFEE53DC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00225"/>
            <a:ext cx="5181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InterView</a:t>
            </a:r>
            <a:r>
              <a:rPr lang="en-US" altLang="ko-KR" dirty="0"/>
              <a:t> Server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실제 면접을 구성하는 서버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질문을 생성하는 면접관 </a:t>
            </a:r>
            <a:r>
              <a:rPr lang="en-US" altLang="ko-KR" dirty="0"/>
              <a:t>LLM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답변을 생성하는 지원자 </a:t>
            </a:r>
            <a:r>
              <a:rPr lang="en-US" altLang="ko-KR" dirty="0"/>
              <a:t>LLM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두 에이전트가 </a:t>
            </a:r>
            <a:r>
              <a:rPr lang="en-US" altLang="ko-KR" dirty="0" err="1"/>
              <a:t>SuperVisor</a:t>
            </a:r>
            <a:r>
              <a:rPr lang="en-US" altLang="ko-KR" dirty="0"/>
              <a:t> Server</a:t>
            </a:r>
            <a:r>
              <a:rPr lang="ko-KR" altLang="en-US" dirty="0"/>
              <a:t>에 의해 호출</a:t>
            </a:r>
            <a:endParaRPr lang="en-US" altLang="ko-KR" dirty="0"/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35C36E46-5C9A-15B8-51A8-D06473F8210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69813" y="2081748"/>
            <a:ext cx="4164188" cy="2983538"/>
          </a:xfrm>
        </p:spPr>
      </p:pic>
    </p:spTree>
    <p:extLst>
      <p:ext uri="{BB962C8B-B14F-4D97-AF65-F5344CB8AC3E}">
        <p14:creationId xmlns:p14="http://schemas.microsoft.com/office/powerpoint/2010/main" val="142011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A2AF-7D7D-3C1B-1745-59E8EB2C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3F4AC-CFDB-B431-6941-C18E3055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2. 4</a:t>
            </a:r>
            <a:r>
              <a:rPr lang="ko-KR" altLang="en-US" dirty="0"/>
              <a:t>주차 진행 사항</a:t>
            </a:r>
            <a:r>
              <a:rPr lang="en-US" altLang="ko-KR" dirty="0"/>
              <a:t>1 – </a:t>
            </a:r>
            <a:r>
              <a:rPr lang="ko-KR" altLang="en-US" dirty="0"/>
              <a:t>시스템 구성도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FEDC7D-DC39-D796-1014-B3887CE2D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00225"/>
            <a:ext cx="5181600" cy="469265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FeedBack</a:t>
            </a:r>
            <a:r>
              <a:rPr lang="en-US" altLang="ko-KR" dirty="0"/>
              <a:t> Server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면접 종료 후 채점과 피드백을 담당하는 서버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점수화 모델로 </a:t>
            </a:r>
            <a:r>
              <a:rPr lang="en-US" altLang="ko-KR" dirty="0"/>
              <a:t>1</a:t>
            </a:r>
            <a:r>
              <a:rPr lang="ko-KR" altLang="en-US" dirty="0"/>
              <a:t>차로 진행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산출된 점수를 바탕으로 </a:t>
            </a:r>
            <a:r>
              <a:rPr lang="en-US" altLang="ko-KR" dirty="0"/>
              <a:t>2</a:t>
            </a:r>
            <a:r>
              <a:rPr lang="ko-KR" altLang="en-US" dirty="0"/>
              <a:t>차 피드백 진행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면접의 총 결과를 데이터베이스에 저장</a:t>
            </a:r>
            <a:endParaRPr lang="en-US" altLang="ko-KR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C6419C8E-9C1D-2530-5E04-3D8CCC7C84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66564" y="1891541"/>
            <a:ext cx="4353161" cy="4168705"/>
          </a:xfrm>
        </p:spPr>
      </p:pic>
    </p:spTree>
    <p:extLst>
      <p:ext uri="{BB962C8B-B14F-4D97-AF65-F5344CB8AC3E}">
        <p14:creationId xmlns:p14="http://schemas.microsoft.com/office/powerpoint/2010/main" val="143995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EAD6-C77E-E0C8-385A-822F7957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DC83B-7171-39BF-C60B-B0E744B5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2. 4</a:t>
            </a:r>
            <a:r>
              <a:rPr lang="ko-KR" altLang="en-US" dirty="0"/>
              <a:t>주차 진행 사항</a:t>
            </a:r>
            <a:r>
              <a:rPr lang="en-US" altLang="ko-KR" dirty="0"/>
              <a:t>2 –</a:t>
            </a:r>
            <a:r>
              <a:rPr lang="ko-KR" altLang="en-US" dirty="0"/>
              <a:t> 화면 설계도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DA8B8B-742D-B18E-D6B7-98C61F79A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0A62D1-2A5C-94F8-FF49-B62FA5A02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25" y="3815657"/>
            <a:ext cx="5982535" cy="32675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4F3924-E435-C15E-92C4-8E1025874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574" y="1771418"/>
            <a:ext cx="6096851" cy="33151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203AE1-42BD-0F38-E276-5DA5E5F86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28" y="3428999"/>
            <a:ext cx="6211167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7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9B3D-12F0-1B52-64DD-9D2E2FD3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9D1E-6582-DC22-C1D7-4F4CF2318A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3. 5</a:t>
            </a:r>
            <a:r>
              <a:rPr lang="ko-KR" altLang="en-US" dirty="0"/>
              <a:t>주차 예정 사항</a:t>
            </a:r>
          </a:p>
        </p:txBody>
      </p:sp>
    </p:spTree>
    <p:extLst>
      <p:ext uri="{BB962C8B-B14F-4D97-AF65-F5344CB8AC3E}">
        <p14:creationId xmlns:p14="http://schemas.microsoft.com/office/powerpoint/2010/main" val="3027143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10EBC-DD39-F9B9-DA27-D6835152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D15FC-5AA4-6679-BEDB-738B7A00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3. 5</a:t>
            </a:r>
            <a:r>
              <a:rPr lang="ko-KR" altLang="en-US" dirty="0"/>
              <a:t>주차 예정 사항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3329F8-5E5A-64AD-19F4-EB8885AD4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 anchor="ctr">
            <a:normAutofit lnSpcReduction="10000"/>
          </a:bodyPr>
          <a:lstStyle/>
          <a:p>
            <a:r>
              <a:rPr lang="ko-KR" altLang="en-US" dirty="0"/>
              <a:t>프론트 엔드와 백 엔드 연결하기</a:t>
            </a:r>
            <a:endParaRPr lang="en-US" altLang="ko-KR" dirty="0"/>
          </a:p>
          <a:p>
            <a:pPr lvl="1"/>
            <a:r>
              <a:rPr lang="ko-KR" altLang="en-US" dirty="0"/>
              <a:t>프론트 엔드 </a:t>
            </a:r>
            <a:r>
              <a:rPr lang="en-US" altLang="ko-KR" dirty="0"/>
              <a:t>- </a:t>
            </a:r>
            <a:r>
              <a:rPr lang="ko-KR" altLang="en-US" dirty="0"/>
              <a:t>어느 정도 완성된 수준</a:t>
            </a:r>
            <a:endParaRPr lang="en-US" altLang="ko-KR" dirty="0"/>
          </a:p>
          <a:p>
            <a:pPr lvl="1"/>
            <a:r>
              <a:rPr lang="ko-KR" altLang="en-US" dirty="0"/>
              <a:t>백 엔드</a:t>
            </a:r>
            <a:r>
              <a:rPr lang="en-US" altLang="ko-KR" dirty="0"/>
              <a:t> – </a:t>
            </a:r>
            <a:r>
              <a:rPr lang="ko-KR" altLang="en-US" dirty="0"/>
              <a:t>코드 </a:t>
            </a:r>
            <a:r>
              <a:rPr lang="ko-KR" altLang="en-US" dirty="0" err="1"/>
              <a:t>리팩토링</a:t>
            </a:r>
            <a:r>
              <a:rPr lang="ko-KR" altLang="en-US" dirty="0"/>
              <a:t> 및 오류 수정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모델 고도화</a:t>
            </a:r>
            <a:endParaRPr lang="en-US" altLang="ko-KR" dirty="0"/>
          </a:p>
          <a:p>
            <a:pPr lvl="1"/>
            <a:r>
              <a:rPr lang="ko-KR" altLang="en-US" dirty="0"/>
              <a:t>면접관 모델 </a:t>
            </a:r>
            <a:r>
              <a:rPr lang="en-US" altLang="ko-KR" dirty="0"/>
              <a:t>– </a:t>
            </a:r>
            <a:r>
              <a:rPr lang="ko-KR" altLang="en-US" dirty="0"/>
              <a:t>생성 질문의 수준</a:t>
            </a:r>
            <a:endParaRPr lang="en-US" altLang="ko-KR" dirty="0"/>
          </a:p>
          <a:p>
            <a:pPr lvl="1"/>
            <a:r>
              <a:rPr lang="ko-KR" altLang="en-US" dirty="0"/>
              <a:t>지원자 모델 </a:t>
            </a:r>
            <a:r>
              <a:rPr lang="en-US" altLang="ko-KR" dirty="0"/>
              <a:t>– </a:t>
            </a:r>
            <a:r>
              <a:rPr lang="ko-KR" altLang="en-US" dirty="0"/>
              <a:t>답변 내용의 수준 및 일관성</a:t>
            </a:r>
            <a:endParaRPr lang="en-US" altLang="ko-KR" dirty="0"/>
          </a:p>
          <a:p>
            <a:pPr lvl="1"/>
            <a:r>
              <a:rPr lang="ko-KR" altLang="en-US" dirty="0"/>
              <a:t>채점 </a:t>
            </a:r>
            <a:r>
              <a:rPr lang="en-US" altLang="ko-KR" dirty="0"/>
              <a:t>/ </a:t>
            </a:r>
            <a:r>
              <a:rPr lang="ko-KR" altLang="en-US" dirty="0"/>
              <a:t>피드백 모델 </a:t>
            </a:r>
            <a:r>
              <a:rPr lang="en-US" altLang="ko-KR" dirty="0"/>
              <a:t>– </a:t>
            </a:r>
            <a:r>
              <a:rPr lang="ko-KR" altLang="en-US" dirty="0"/>
              <a:t>베이스라인 확정 이후 고도화 예정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영상 처리</a:t>
            </a:r>
            <a:endParaRPr lang="en-US" altLang="ko-KR" dirty="0"/>
          </a:p>
          <a:p>
            <a:pPr lvl="1"/>
            <a:r>
              <a:rPr lang="en-US" altLang="ko-KR" dirty="0"/>
              <a:t>Yolo</a:t>
            </a:r>
            <a:r>
              <a:rPr lang="ko-KR" altLang="en-US" dirty="0"/>
              <a:t>와 </a:t>
            </a:r>
            <a:r>
              <a:rPr lang="en-US" altLang="ko-KR" dirty="0" err="1"/>
              <a:t>openCV</a:t>
            </a:r>
            <a:endParaRPr lang="en-US" altLang="ko-KR" dirty="0"/>
          </a:p>
          <a:p>
            <a:pPr lvl="1"/>
            <a:r>
              <a:rPr lang="ko-KR" altLang="en-US" dirty="0"/>
              <a:t>실제 도입 가능할 지 논의 </a:t>
            </a:r>
          </a:p>
        </p:txBody>
      </p:sp>
    </p:spTree>
    <p:extLst>
      <p:ext uri="{BB962C8B-B14F-4D97-AF65-F5344CB8AC3E}">
        <p14:creationId xmlns:p14="http://schemas.microsoft.com/office/powerpoint/2010/main" val="186042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538</Words>
  <Application>Microsoft Office PowerPoint</Application>
  <PresentationFormat>와이드스크린</PresentationFormat>
  <Paragraphs>82</Paragraphs>
  <Slides>13</Slides>
  <Notes>6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목차</vt:lpstr>
      <vt:lpstr>1. 중간 발표 피드백</vt:lpstr>
      <vt:lpstr>1. 중간 발표 피드백</vt:lpstr>
      <vt:lpstr>1. 중간 발표 피드백</vt:lpstr>
      <vt:lpstr>2. 4주차 진행 사항</vt:lpstr>
      <vt:lpstr>2. 4주차 진행 사항1 – 시스템 구성도</vt:lpstr>
      <vt:lpstr>2. 4주차 진행 사항1 – 시스템 구성도</vt:lpstr>
      <vt:lpstr>2. 4주차 진행 사항1 – 시스템 구성도</vt:lpstr>
      <vt:lpstr>2. 4주차 진행 사항1 – 시스템 구성도</vt:lpstr>
      <vt:lpstr>2. 4주차 진행 사항2 – 화면 설계도</vt:lpstr>
      <vt:lpstr>3. 5주차 예정 사항</vt:lpstr>
      <vt:lpstr>3. 5주차 예정 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이석원</dc:creator>
  <cp:lastModifiedBy>이석원</cp:lastModifiedBy>
  <cp:revision>3</cp:revision>
  <dcterms:created xsi:type="dcterms:W3CDTF">2025-07-27T10:23:38Z</dcterms:created>
  <dcterms:modified xsi:type="dcterms:W3CDTF">2025-07-28T01:43:00Z</dcterms:modified>
</cp:coreProperties>
</file>