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3876" autoAdjust="0"/>
  </p:normalViewPr>
  <p:slideViewPr>
    <p:cSldViewPr>
      <p:cViewPr varScale="1">
        <p:scale>
          <a:sx n="31" d="100"/>
          <a:sy n="31" d="100"/>
        </p:scale>
        <p:origin x="142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51A0D-7D69-42FB-AA31-8C6EEA0EE3FE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A7C95-46E8-43E3-B052-198E9768FE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67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7JoraFEgP_o" TargetMode="External"/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o4HEKkkgW2M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형성된 춘식이의 페르소나는 면접관이 묻는 경험은 없지만 초급에서 고급으로 갈수록 더 나은 ‘대안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답변’을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생성합니다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처럼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해보지않은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경험에 대해서도 솔직하게 얘기하는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일관성있는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페르소나와 지원자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난이도에따라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달라지는 춘식이의 답변을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보실수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A7C95-46E8-43E3-B052-198E9768FE0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812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기술적 포인트는 면접 전 과정을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형식으로 일관되게 관리하는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오케스트레이터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모듈입니다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면접 단계는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메시지로 표현되며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오케스트레이터는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이를 바탕으로 현재 상태를 해석하고 다음 작업을 자동으로 결정한 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모델을 호출합니다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이러한 구조를 통해 질문 생성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AI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지원자 응답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입력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피드백 제공 등 모든 과정이 끊김 없이 유기적으로 이어지며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면접 프로세스가 자동으로 흐를 수 있도록 설계되었습니다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예시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오케스트레이터가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아래와 같이 ‘꼬리 질문을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생성해달라’는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메시지를 수신하면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자동으로 면접관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호출해 질문을 생성합니다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A7C95-46E8-43E3-B052-198E9768FE0C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502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https://www.youtube.com/watch?v=7JoraFEgP_o"/>
              </a:rPr>
              <a:t>https://www.youtube.com/watch?v=7JoraFEgP_o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풀영상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https://www.youtube.com/watch?v=o4HEKkkgW2M"/>
              </a:rPr>
              <a:t>https://www.youtube.com/watch?v=o4HEKkkgW2M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시연 영상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altLang="ko-K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6A7C95-46E8-43E3-B052-198E9768FE0C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01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12" Type="http://schemas.openxmlformats.org/officeDocument/2006/relationships/image" Target="../media/image4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40.png"/><Relationship Id="rId5" Type="http://schemas.openxmlformats.org/officeDocument/2006/relationships/image" Target="../media/image9.png"/><Relationship Id="rId10" Type="http://schemas.openxmlformats.org/officeDocument/2006/relationships/image" Target="../media/image39.png"/><Relationship Id="rId4" Type="http://schemas.openxmlformats.org/officeDocument/2006/relationships/image" Target="../media/image36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8.png"/><Relationship Id="rId3" Type="http://schemas.openxmlformats.org/officeDocument/2006/relationships/image" Target="../media/image9.png"/><Relationship Id="rId7" Type="http://schemas.openxmlformats.org/officeDocument/2006/relationships/image" Target="../media/image53.png"/><Relationship Id="rId12" Type="http://schemas.openxmlformats.org/officeDocument/2006/relationships/image" Target="../media/image57.png"/><Relationship Id="rId2" Type="http://schemas.openxmlformats.org/officeDocument/2006/relationships/image" Target="../media/image50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5" Type="http://schemas.openxmlformats.org/officeDocument/2006/relationships/image" Target="../media/image51.png"/><Relationship Id="rId15" Type="http://schemas.openxmlformats.org/officeDocument/2006/relationships/image" Target="../media/image60.png"/><Relationship Id="rId10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55.png"/><Relationship Id="rId14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9.png"/><Relationship Id="rId7" Type="http://schemas.openxmlformats.org/officeDocument/2006/relationships/image" Target="../media/image64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63.png"/><Relationship Id="rId4" Type="http://schemas.openxmlformats.org/officeDocument/2006/relationships/image" Target="../media/image10.png"/><Relationship Id="rId9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68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74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79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9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2.png"/><Relationship Id="rId10" Type="http://schemas.openxmlformats.org/officeDocument/2006/relationships/image" Target="../media/image88.png"/><Relationship Id="rId4" Type="http://schemas.openxmlformats.org/officeDocument/2006/relationships/image" Target="../media/image10.png"/><Relationship Id="rId9" Type="http://schemas.openxmlformats.org/officeDocument/2006/relationships/image" Target="../media/image87.png"/><Relationship Id="rId1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10.png"/><Relationship Id="rId9" Type="http://schemas.openxmlformats.org/officeDocument/2006/relationships/image" Target="../media/image98.png"/><Relationship Id="rId14" Type="http://schemas.openxmlformats.org/officeDocument/2006/relationships/image" Target="../media/image10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04.png"/><Relationship Id="rId12" Type="http://schemas.openxmlformats.org/officeDocument/2006/relationships/image" Target="../media/image10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07.png"/><Relationship Id="rId5" Type="http://schemas.openxmlformats.org/officeDocument/2006/relationships/image" Target="../media/image96.png"/><Relationship Id="rId10" Type="http://schemas.openxmlformats.org/officeDocument/2006/relationships/image" Target="../media/image106.png"/><Relationship Id="rId4" Type="http://schemas.openxmlformats.org/officeDocument/2006/relationships/image" Target="../media/image103.png"/><Relationship Id="rId9" Type="http://schemas.openxmlformats.org/officeDocument/2006/relationships/image" Target="../media/image105.png"/><Relationship Id="rId14" Type="http://schemas.openxmlformats.org/officeDocument/2006/relationships/image" Target="../media/image9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02.png"/><Relationship Id="rId3" Type="http://schemas.openxmlformats.org/officeDocument/2006/relationships/image" Target="../media/image10.png"/><Relationship Id="rId7" Type="http://schemas.openxmlformats.org/officeDocument/2006/relationships/image" Target="../media/image110.png"/><Relationship Id="rId12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00.png"/><Relationship Id="rId5" Type="http://schemas.openxmlformats.org/officeDocument/2006/relationships/image" Target="../media/image109.png"/><Relationship Id="rId10" Type="http://schemas.openxmlformats.org/officeDocument/2006/relationships/image" Target="../media/image97.png"/><Relationship Id="rId4" Type="http://schemas.openxmlformats.org/officeDocument/2006/relationships/image" Target="../media/image108.png"/><Relationship Id="rId9" Type="http://schemas.openxmlformats.org/officeDocument/2006/relationships/image" Target="../media/image96.png"/><Relationship Id="rId14" Type="http://schemas.openxmlformats.org/officeDocument/2006/relationships/image" Target="../media/image9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8.png"/><Relationship Id="rId18" Type="http://schemas.openxmlformats.org/officeDocument/2006/relationships/image" Target="../media/image124.png"/><Relationship Id="rId3" Type="http://schemas.openxmlformats.org/officeDocument/2006/relationships/image" Target="../media/image9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3.png"/><Relationship Id="rId2" Type="http://schemas.openxmlformats.org/officeDocument/2006/relationships/image" Target="../media/image112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5" Type="http://schemas.openxmlformats.org/officeDocument/2006/relationships/image" Target="../media/image122.png"/><Relationship Id="rId10" Type="http://schemas.openxmlformats.org/officeDocument/2006/relationships/image" Target="../media/image118.png"/><Relationship Id="rId4" Type="http://schemas.openxmlformats.org/officeDocument/2006/relationships/image" Target="../media/image10.png"/><Relationship Id="rId9" Type="http://schemas.openxmlformats.org/officeDocument/2006/relationships/image" Target="../media/image117.png"/><Relationship Id="rId14" Type="http://schemas.openxmlformats.org/officeDocument/2006/relationships/image" Target="../media/image12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29.png"/><Relationship Id="rId3" Type="http://schemas.openxmlformats.org/officeDocument/2006/relationships/image" Target="../media/image10.png"/><Relationship Id="rId7" Type="http://schemas.openxmlformats.org/officeDocument/2006/relationships/image" Target="../media/image127.png"/><Relationship Id="rId12" Type="http://schemas.openxmlformats.org/officeDocument/2006/relationships/image" Target="../media/image10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11" Type="http://schemas.openxmlformats.org/officeDocument/2006/relationships/image" Target="../media/image18.png"/><Relationship Id="rId5" Type="http://schemas.openxmlformats.org/officeDocument/2006/relationships/image" Target="../media/image126.png"/><Relationship Id="rId10" Type="http://schemas.openxmlformats.org/officeDocument/2006/relationships/image" Target="../media/image97.png"/><Relationship Id="rId4" Type="http://schemas.openxmlformats.org/officeDocument/2006/relationships/image" Target="../media/image125.png"/><Relationship Id="rId9" Type="http://schemas.openxmlformats.org/officeDocument/2006/relationships/image" Target="../media/image96.png"/><Relationship Id="rId14" Type="http://schemas.openxmlformats.org/officeDocument/2006/relationships/image" Target="../media/image9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37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0.png"/><Relationship Id="rId9" Type="http://schemas.openxmlformats.org/officeDocument/2006/relationships/image" Target="../media/image13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7.png"/><Relationship Id="rId18" Type="http://schemas.openxmlformats.org/officeDocument/2006/relationships/image" Target="../media/image152.png"/><Relationship Id="rId3" Type="http://schemas.openxmlformats.org/officeDocument/2006/relationships/image" Target="../media/image9.png"/><Relationship Id="rId21" Type="http://schemas.openxmlformats.org/officeDocument/2006/relationships/image" Target="../media/image155.png"/><Relationship Id="rId7" Type="http://schemas.openxmlformats.org/officeDocument/2006/relationships/image" Target="../media/image142.png"/><Relationship Id="rId12" Type="http://schemas.openxmlformats.org/officeDocument/2006/relationships/image" Target="../media/image146.png"/><Relationship Id="rId17" Type="http://schemas.openxmlformats.org/officeDocument/2006/relationships/image" Target="../media/image151.png"/><Relationship Id="rId25" Type="http://schemas.openxmlformats.org/officeDocument/2006/relationships/image" Target="../media/image134.png"/><Relationship Id="rId2" Type="http://schemas.openxmlformats.org/officeDocument/2006/relationships/image" Target="../media/image139.png"/><Relationship Id="rId16" Type="http://schemas.openxmlformats.org/officeDocument/2006/relationships/image" Target="../media/image150.png"/><Relationship Id="rId20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11" Type="http://schemas.openxmlformats.org/officeDocument/2006/relationships/image" Target="../media/image145.png"/><Relationship Id="rId24" Type="http://schemas.openxmlformats.org/officeDocument/2006/relationships/image" Target="../media/image158.png"/><Relationship Id="rId5" Type="http://schemas.openxmlformats.org/officeDocument/2006/relationships/image" Target="../media/image140.png"/><Relationship Id="rId15" Type="http://schemas.openxmlformats.org/officeDocument/2006/relationships/image" Target="../media/image149.png"/><Relationship Id="rId23" Type="http://schemas.openxmlformats.org/officeDocument/2006/relationships/image" Target="../media/image157.png"/><Relationship Id="rId10" Type="http://schemas.openxmlformats.org/officeDocument/2006/relationships/image" Target="../media/image144.png"/><Relationship Id="rId19" Type="http://schemas.openxmlformats.org/officeDocument/2006/relationships/image" Target="../media/image153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Relationship Id="rId14" Type="http://schemas.openxmlformats.org/officeDocument/2006/relationships/image" Target="../media/image148.png"/><Relationship Id="rId22" Type="http://schemas.openxmlformats.org/officeDocument/2006/relationships/image" Target="../media/image1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69.png"/><Relationship Id="rId3" Type="http://schemas.openxmlformats.org/officeDocument/2006/relationships/image" Target="../media/image162.png"/><Relationship Id="rId7" Type="http://schemas.openxmlformats.org/officeDocument/2006/relationships/image" Target="../media/image164.png"/><Relationship Id="rId12" Type="http://schemas.openxmlformats.org/officeDocument/2006/relationships/image" Target="../media/image168.png"/><Relationship Id="rId17" Type="http://schemas.openxmlformats.org/officeDocument/2006/relationships/image" Target="../media/image172.png"/><Relationship Id="rId2" Type="http://schemas.openxmlformats.org/officeDocument/2006/relationships/image" Target="../media/image161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67.png"/><Relationship Id="rId5" Type="http://schemas.openxmlformats.org/officeDocument/2006/relationships/image" Target="../media/image9.png"/><Relationship Id="rId15" Type="http://schemas.openxmlformats.org/officeDocument/2006/relationships/image" Target="../media/image171.png"/><Relationship Id="rId10" Type="http://schemas.openxmlformats.org/officeDocument/2006/relationships/image" Target="../media/image141.png"/><Relationship Id="rId4" Type="http://schemas.openxmlformats.org/officeDocument/2006/relationships/image" Target="../media/image163.png"/><Relationship Id="rId9" Type="http://schemas.openxmlformats.org/officeDocument/2006/relationships/image" Target="../media/image166.png"/><Relationship Id="rId14" Type="http://schemas.openxmlformats.org/officeDocument/2006/relationships/image" Target="../media/image17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9.png"/><Relationship Id="rId7" Type="http://schemas.openxmlformats.org/officeDocument/2006/relationships/image" Target="../media/image17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17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9.png"/><Relationship Id="rId7" Type="http://schemas.openxmlformats.org/officeDocument/2006/relationships/image" Target="../media/image17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17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3" Type="http://schemas.openxmlformats.org/officeDocument/2006/relationships/image" Target="../media/image9.png"/><Relationship Id="rId7" Type="http://schemas.openxmlformats.org/officeDocument/2006/relationships/image" Target="../media/image17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18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88.png"/><Relationship Id="rId3" Type="http://schemas.openxmlformats.org/officeDocument/2006/relationships/image" Target="../media/image181.png"/><Relationship Id="rId7" Type="http://schemas.openxmlformats.org/officeDocument/2006/relationships/image" Target="../media/image9.png"/><Relationship Id="rId12" Type="http://schemas.openxmlformats.org/officeDocument/2006/relationships/image" Target="../media/image18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11" Type="http://schemas.openxmlformats.org/officeDocument/2006/relationships/image" Target="../media/image186.png"/><Relationship Id="rId5" Type="http://schemas.openxmlformats.org/officeDocument/2006/relationships/image" Target="../media/image183.png"/><Relationship Id="rId10" Type="http://schemas.openxmlformats.org/officeDocument/2006/relationships/image" Target="../media/image185.png"/><Relationship Id="rId4" Type="http://schemas.openxmlformats.org/officeDocument/2006/relationships/image" Target="../media/image182.png"/><Relationship Id="rId9" Type="http://schemas.openxmlformats.org/officeDocument/2006/relationships/image" Target="../media/image18.png"/><Relationship Id="rId14" Type="http://schemas.openxmlformats.org/officeDocument/2006/relationships/image" Target="../media/image18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99.png"/><Relationship Id="rId18" Type="http://schemas.openxmlformats.org/officeDocument/2006/relationships/image" Target="../media/image204.png"/><Relationship Id="rId26" Type="http://schemas.openxmlformats.org/officeDocument/2006/relationships/image" Target="../media/image211.png"/><Relationship Id="rId3" Type="http://schemas.openxmlformats.org/officeDocument/2006/relationships/image" Target="../media/image191.png"/><Relationship Id="rId21" Type="http://schemas.openxmlformats.org/officeDocument/2006/relationships/image" Target="../media/image207.png"/><Relationship Id="rId7" Type="http://schemas.openxmlformats.org/officeDocument/2006/relationships/image" Target="../media/image195.png"/><Relationship Id="rId12" Type="http://schemas.openxmlformats.org/officeDocument/2006/relationships/image" Target="../media/image198.png"/><Relationship Id="rId17" Type="http://schemas.openxmlformats.org/officeDocument/2006/relationships/image" Target="../media/image203.png"/><Relationship Id="rId25" Type="http://schemas.openxmlformats.org/officeDocument/2006/relationships/image" Target="../media/image210.png"/><Relationship Id="rId2" Type="http://schemas.openxmlformats.org/officeDocument/2006/relationships/image" Target="../media/image190.png"/><Relationship Id="rId16" Type="http://schemas.openxmlformats.org/officeDocument/2006/relationships/image" Target="../media/image202.png"/><Relationship Id="rId20" Type="http://schemas.openxmlformats.org/officeDocument/2006/relationships/image" Target="../media/image2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4.png"/><Relationship Id="rId11" Type="http://schemas.openxmlformats.org/officeDocument/2006/relationships/image" Target="../media/image197.png"/><Relationship Id="rId24" Type="http://schemas.openxmlformats.org/officeDocument/2006/relationships/image" Target="../media/image18.png"/><Relationship Id="rId5" Type="http://schemas.openxmlformats.org/officeDocument/2006/relationships/image" Target="../media/image193.png"/><Relationship Id="rId15" Type="http://schemas.openxmlformats.org/officeDocument/2006/relationships/image" Target="../media/image201.png"/><Relationship Id="rId23" Type="http://schemas.openxmlformats.org/officeDocument/2006/relationships/image" Target="../media/image209.png"/><Relationship Id="rId28" Type="http://schemas.openxmlformats.org/officeDocument/2006/relationships/image" Target="../media/image213.png"/><Relationship Id="rId10" Type="http://schemas.openxmlformats.org/officeDocument/2006/relationships/image" Target="../media/image196.png"/><Relationship Id="rId19" Type="http://schemas.openxmlformats.org/officeDocument/2006/relationships/image" Target="../media/image205.png"/><Relationship Id="rId4" Type="http://schemas.openxmlformats.org/officeDocument/2006/relationships/image" Target="../media/image192.png"/><Relationship Id="rId9" Type="http://schemas.openxmlformats.org/officeDocument/2006/relationships/image" Target="../media/image10.png"/><Relationship Id="rId14" Type="http://schemas.openxmlformats.org/officeDocument/2006/relationships/image" Target="../media/image200.png"/><Relationship Id="rId22" Type="http://schemas.openxmlformats.org/officeDocument/2006/relationships/image" Target="../media/image208.png"/><Relationship Id="rId27" Type="http://schemas.openxmlformats.org/officeDocument/2006/relationships/image" Target="../media/image21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1.png"/><Relationship Id="rId3" Type="http://schemas.openxmlformats.org/officeDocument/2006/relationships/image" Target="../media/image215.png"/><Relationship Id="rId7" Type="http://schemas.openxmlformats.org/officeDocument/2006/relationships/image" Target="../media/image18.png"/><Relationship Id="rId12" Type="http://schemas.openxmlformats.org/officeDocument/2006/relationships/image" Target="../media/image220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73.png"/><Relationship Id="rId5" Type="http://schemas.openxmlformats.org/officeDocument/2006/relationships/image" Target="../media/image9.png"/><Relationship Id="rId10" Type="http://schemas.openxmlformats.org/officeDocument/2006/relationships/image" Target="../media/image219.png"/><Relationship Id="rId4" Type="http://schemas.openxmlformats.org/officeDocument/2006/relationships/image" Target="../media/image216.png"/><Relationship Id="rId9" Type="http://schemas.openxmlformats.org/officeDocument/2006/relationships/image" Target="../media/image218.png"/><Relationship Id="rId14" Type="http://schemas.openxmlformats.org/officeDocument/2006/relationships/image" Target="../media/image22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13" Type="http://schemas.openxmlformats.org/officeDocument/2006/relationships/image" Target="../media/image232.png"/><Relationship Id="rId3" Type="http://schemas.openxmlformats.org/officeDocument/2006/relationships/image" Target="../media/image10.png"/><Relationship Id="rId7" Type="http://schemas.openxmlformats.org/officeDocument/2006/relationships/image" Target="../media/image226.png"/><Relationship Id="rId12" Type="http://schemas.openxmlformats.org/officeDocument/2006/relationships/image" Target="../media/image23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5.png"/><Relationship Id="rId11" Type="http://schemas.openxmlformats.org/officeDocument/2006/relationships/image" Target="../media/image230.png"/><Relationship Id="rId5" Type="http://schemas.openxmlformats.org/officeDocument/2006/relationships/image" Target="../media/image224.png"/><Relationship Id="rId15" Type="http://schemas.openxmlformats.org/officeDocument/2006/relationships/image" Target="../media/image219.png"/><Relationship Id="rId10" Type="http://schemas.openxmlformats.org/officeDocument/2006/relationships/image" Target="../media/image229.png"/><Relationship Id="rId4" Type="http://schemas.openxmlformats.org/officeDocument/2006/relationships/image" Target="../media/image223.png"/><Relationship Id="rId9" Type="http://schemas.openxmlformats.org/officeDocument/2006/relationships/image" Target="../media/image228.png"/><Relationship Id="rId1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image" Target="../media/image10.png"/><Relationship Id="rId7" Type="http://schemas.openxmlformats.org/officeDocument/2006/relationships/image" Target="../media/image23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9.png"/><Relationship Id="rId5" Type="http://schemas.openxmlformats.org/officeDocument/2006/relationships/image" Target="../media/image233.png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3" Type="http://schemas.openxmlformats.org/officeDocument/2006/relationships/image" Target="../media/image10.png"/><Relationship Id="rId7" Type="http://schemas.openxmlformats.org/officeDocument/2006/relationships/image" Target="../media/image23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9.png"/><Relationship Id="rId5" Type="http://schemas.openxmlformats.org/officeDocument/2006/relationships/image" Target="../media/image236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10.png"/><Relationship Id="rId7" Type="http://schemas.openxmlformats.org/officeDocument/2006/relationships/image" Target="../media/image24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9.png"/><Relationship Id="rId5" Type="http://schemas.openxmlformats.org/officeDocument/2006/relationships/image" Target="../media/image239.png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3" Type="http://schemas.openxmlformats.org/officeDocument/2006/relationships/image" Target="../media/image10.png"/><Relationship Id="rId7" Type="http://schemas.openxmlformats.org/officeDocument/2006/relationships/image" Target="../media/image24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3.png"/><Relationship Id="rId5" Type="http://schemas.openxmlformats.org/officeDocument/2006/relationships/image" Target="../media/image242.png"/><Relationship Id="rId10" Type="http://schemas.openxmlformats.org/officeDocument/2006/relationships/image" Target="../media/image219.png"/><Relationship Id="rId4" Type="http://schemas.openxmlformats.org/officeDocument/2006/relationships/image" Target="../media/image18.png"/><Relationship Id="rId9" Type="http://schemas.openxmlformats.org/officeDocument/2006/relationships/image" Target="../media/image24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8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9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3" Type="http://schemas.openxmlformats.org/officeDocument/2006/relationships/image" Target="../media/image252.png"/><Relationship Id="rId7" Type="http://schemas.openxmlformats.org/officeDocument/2006/relationships/image" Target="../media/image254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3.png"/><Relationship Id="rId11" Type="http://schemas.openxmlformats.org/officeDocument/2006/relationships/image" Target="../media/image256.png"/><Relationship Id="rId5" Type="http://schemas.openxmlformats.org/officeDocument/2006/relationships/image" Target="../media/image10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23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258.png"/><Relationship Id="rId7" Type="http://schemas.openxmlformats.org/officeDocument/2006/relationships/image" Target="../media/image260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9.png"/><Relationship Id="rId11" Type="http://schemas.openxmlformats.org/officeDocument/2006/relationships/image" Target="../media/image262.png"/><Relationship Id="rId5" Type="http://schemas.openxmlformats.org/officeDocument/2006/relationships/image" Target="../media/image10.png"/><Relationship Id="rId10" Type="http://schemas.openxmlformats.org/officeDocument/2006/relationships/image" Target="../media/image261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png"/><Relationship Id="rId13" Type="http://schemas.openxmlformats.org/officeDocument/2006/relationships/image" Target="../media/image262.png"/><Relationship Id="rId3" Type="http://schemas.openxmlformats.org/officeDocument/2006/relationships/image" Target="../media/image264.png"/><Relationship Id="rId7" Type="http://schemas.openxmlformats.org/officeDocument/2006/relationships/image" Target="../media/image265.png"/><Relationship Id="rId12" Type="http://schemas.openxmlformats.org/officeDocument/2006/relationships/image" Target="../media/image269.png"/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1.png"/><Relationship Id="rId11" Type="http://schemas.openxmlformats.org/officeDocument/2006/relationships/image" Target="../media/image18.png"/><Relationship Id="rId5" Type="http://schemas.openxmlformats.org/officeDocument/2006/relationships/image" Target="../media/image10.png"/><Relationship Id="rId10" Type="http://schemas.openxmlformats.org/officeDocument/2006/relationships/image" Target="../media/image268.png"/><Relationship Id="rId4" Type="http://schemas.openxmlformats.org/officeDocument/2006/relationships/image" Target="../media/image9.png"/><Relationship Id="rId9" Type="http://schemas.openxmlformats.org/officeDocument/2006/relationships/image" Target="../media/image267.png"/><Relationship Id="rId14" Type="http://schemas.openxmlformats.org/officeDocument/2006/relationships/image" Target="../media/image27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13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274.png"/><Relationship Id="rId12" Type="http://schemas.openxmlformats.org/officeDocument/2006/relationships/image" Target="../media/image279.png"/><Relationship Id="rId2" Type="http://schemas.openxmlformats.org/officeDocument/2006/relationships/image" Target="../media/image9.png"/><Relationship Id="rId16" Type="http://schemas.openxmlformats.org/officeDocument/2006/relationships/image" Target="../media/image2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3.png"/><Relationship Id="rId11" Type="http://schemas.openxmlformats.org/officeDocument/2006/relationships/image" Target="../media/image278.png"/><Relationship Id="rId5" Type="http://schemas.openxmlformats.org/officeDocument/2006/relationships/image" Target="../media/image272.png"/><Relationship Id="rId15" Type="http://schemas.openxmlformats.org/officeDocument/2006/relationships/image" Target="../media/image280.png"/><Relationship Id="rId10" Type="http://schemas.openxmlformats.org/officeDocument/2006/relationships/image" Target="../media/image277.png"/><Relationship Id="rId4" Type="http://schemas.openxmlformats.org/officeDocument/2006/relationships/image" Target="../media/image271.png"/><Relationship Id="rId9" Type="http://schemas.openxmlformats.org/officeDocument/2006/relationships/image" Target="../media/image276.png"/><Relationship Id="rId14" Type="http://schemas.openxmlformats.org/officeDocument/2006/relationships/image" Target="../media/image26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258.png"/><Relationship Id="rId7" Type="http://schemas.openxmlformats.org/officeDocument/2006/relationships/image" Target="../media/image283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2.png"/><Relationship Id="rId5" Type="http://schemas.openxmlformats.org/officeDocument/2006/relationships/image" Target="../media/image10.png"/><Relationship Id="rId10" Type="http://schemas.openxmlformats.org/officeDocument/2006/relationships/image" Target="../media/image284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png"/><Relationship Id="rId13" Type="http://schemas.openxmlformats.org/officeDocument/2006/relationships/image" Target="../media/image257.png"/><Relationship Id="rId3" Type="http://schemas.openxmlformats.org/officeDocument/2006/relationships/image" Target="../media/image9.png"/><Relationship Id="rId7" Type="http://schemas.openxmlformats.org/officeDocument/2006/relationships/image" Target="../media/image284.png"/><Relationship Id="rId12" Type="http://schemas.openxmlformats.org/officeDocument/2006/relationships/image" Target="../media/image231.png"/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2.png"/><Relationship Id="rId11" Type="http://schemas.openxmlformats.org/officeDocument/2006/relationships/image" Target="../media/image289.png"/><Relationship Id="rId5" Type="http://schemas.openxmlformats.org/officeDocument/2006/relationships/image" Target="../media/image285.png"/><Relationship Id="rId10" Type="http://schemas.openxmlformats.org/officeDocument/2006/relationships/image" Target="../media/image288.png"/><Relationship Id="rId4" Type="http://schemas.openxmlformats.org/officeDocument/2006/relationships/image" Target="../media/image10.png"/><Relationship Id="rId9" Type="http://schemas.openxmlformats.org/officeDocument/2006/relationships/image" Target="../media/image287.png"/><Relationship Id="rId14" Type="http://schemas.openxmlformats.org/officeDocument/2006/relationships/image" Target="../media/image1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png"/><Relationship Id="rId13" Type="http://schemas.openxmlformats.org/officeDocument/2006/relationships/image" Target="../media/image284.png"/><Relationship Id="rId18" Type="http://schemas.openxmlformats.org/officeDocument/2006/relationships/image" Target="../media/image301.png"/><Relationship Id="rId26" Type="http://schemas.openxmlformats.org/officeDocument/2006/relationships/image" Target="../media/image309.png"/><Relationship Id="rId3" Type="http://schemas.openxmlformats.org/officeDocument/2006/relationships/image" Target="../media/image291.png"/><Relationship Id="rId21" Type="http://schemas.openxmlformats.org/officeDocument/2006/relationships/image" Target="../media/image304.png"/><Relationship Id="rId7" Type="http://schemas.openxmlformats.org/officeDocument/2006/relationships/image" Target="../media/image293.png"/><Relationship Id="rId12" Type="http://schemas.openxmlformats.org/officeDocument/2006/relationships/image" Target="../media/image18.png"/><Relationship Id="rId17" Type="http://schemas.openxmlformats.org/officeDocument/2006/relationships/image" Target="../media/image300.png"/><Relationship Id="rId25" Type="http://schemas.openxmlformats.org/officeDocument/2006/relationships/image" Target="../media/image308.png"/><Relationship Id="rId2" Type="http://schemas.openxmlformats.org/officeDocument/2006/relationships/image" Target="../media/image290.png"/><Relationship Id="rId16" Type="http://schemas.openxmlformats.org/officeDocument/2006/relationships/image" Target="../media/image299.png"/><Relationship Id="rId20" Type="http://schemas.openxmlformats.org/officeDocument/2006/relationships/image" Target="../media/image3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2.png"/><Relationship Id="rId11" Type="http://schemas.openxmlformats.org/officeDocument/2006/relationships/image" Target="../media/image296.png"/><Relationship Id="rId24" Type="http://schemas.openxmlformats.org/officeDocument/2006/relationships/image" Target="../media/image307.png"/><Relationship Id="rId5" Type="http://schemas.openxmlformats.org/officeDocument/2006/relationships/image" Target="../media/image10.png"/><Relationship Id="rId15" Type="http://schemas.openxmlformats.org/officeDocument/2006/relationships/image" Target="../media/image298.png"/><Relationship Id="rId23" Type="http://schemas.openxmlformats.org/officeDocument/2006/relationships/image" Target="../media/image306.png"/><Relationship Id="rId10" Type="http://schemas.openxmlformats.org/officeDocument/2006/relationships/image" Target="../media/image295.png"/><Relationship Id="rId19" Type="http://schemas.openxmlformats.org/officeDocument/2006/relationships/image" Target="../media/image302.png"/><Relationship Id="rId4" Type="http://schemas.openxmlformats.org/officeDocument/2006/relationships/image" Target="../media/image9.png"/><Relationship Id="rId9" Type="http://schemas.openxmlformats.org/officeDocument/2006/relationships/image" Target="../media/image278.png"/><Relationship Id="rId14" Type="http://schemas.openxmlformats.org/officeDocument/2006/relationships/image" Target="../media/image297.png"/><Relationship Id="rId22" Type="http://schemas.openxmlformats.org/officeDocument/2006/relationships/image" Target="../media/image30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3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png"/><Relationship Id="rId2" Type="http://schemas.openxmlformats.org/officeDocument/2006/relationships/image" Target="../media/image3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7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9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9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9.png"/><Relationship Id="rId5" Type="http://schemas.openxmlformats.org/officeDocument/2006/relationships/image" Target="../media/image321.png"/><Relationship Id="rId4" Type="http://schemas.openxmlformats.org/officeDocument/2006/relationships/image" Target="../media/image1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9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9.png"/><Relationship Id="rId5" Type="http://schemas.openxmlformats.org/officeDocument/2006/relationships/image" Target="../media/image323.png"/><Relationship Id="rId4" Type="http://schemas.openxmlformats.org/officeDocument/2006/relationships/image" Target="../media/image1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9.png"/><Relationship Id="rId5" Type="http://schemas.openxmlformats.org/officeDocument/2006/relationships/image" Target="../media/image324.png"/><Relationship Id="rId4" Type="http://schemas.openxmlformats.org/officeDocument/2006/relationships/image" Target="../media/image1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9.png"/><Relationship Id="rId5" Type="http://schemas.openxmlformats.org/officeDocument/2006/relationships/image" Target="../media/image325.png"/><Relationship Id="rId4" Type="http://schemas.openxmlformats.org/officeDocument/2006/relationships/image" Target="../media/image1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9.png"/><Relationship Id="rId5" Type="http://schemas.openxmlformats.org/officeDocument/2006/relationships/image" Target="../media/image248.png"/><Relationship Id="rId4" Type="http://schemas.openxmlformats.org/officeDocument/2006/relationships/image" Target="../media/image18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13" Type="http://schemas.openxmlformats.org/officeDocument/2006/relationships/image" Target="../media/image333.png"/><Relationship Id="rId3" Type="http://schemas.openxmlformats.org/officeDocument/2006/relationships/image" Target="../media/image9.png"/><Relationship Id="rId7" Type="http://schemas.openxmlformats.org/officeDocument/2006/relationships/image" Target="../media/image327.png"/><Relationship Id="rId12" Type="http://schemas.openxmlformats.org/officeDocument/2006/relationships/image" Target="../media/image3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31.png"/><Relationship Id="rId5" Type="http://schemas.openxmlformats.org/officeDocument/2006/relationships/image" Target="../media/image326.png"/><Relationship Id="rId10" Type="http://schemas.openxmlformats.org/officeDocument/2006/relationships/image" Target="../media/image330.png"/><Relationship Id="rId4" Type="http://schemas.openxmlformats.org/officeDocument/2006/relationships/image" Target="../media/image10.png"/><Relationship Id="rId9" Type="http://schemas.openxmlformats.org/officeDocument/2006/relationships/image" Target="../media/image329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png"/><Relationship Id="rId3" Type="http://schemas.openxmlformats.org/officeDocument/2006/relationships/image" Target="../media/image10.png"/><Relationship Id="rId7" Type="http://schemas.openxmlformats.org/officeDocument/2006/relationships/image" Target="../media/image33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5.png"/><Relationship Id="rId11" Type="http://schemas.openxmlformats.org/officeDocument/2006/relationships/image" Target="../media/image339.png"/><Relationship Id="rId5" Type="http://schemas.openxmlformats.org/officeDocument/2006/relationships/image" Target="../media/image334.png"/><Relationship Id="rId10" Type="http://schemas.openxmlformats.org/officeDocument/2006/relationships/image" Target="../media/image18.png"/><Relationship Id="rId4" Type="http://schemas.openxmlformats.org/officeDocument/2006/relationships/image" Target="../media/image331.png"/><Relationship Id="rId9" Type="http://schemas.openxmlformats.org/officeDocument/2006/relationships/image" Target="../media/image338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png"/><Relationship Id="rId13" Type="http://schemas.openxmlformats.org/officeDocument/2006/relationships/image" Target="../media/image347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12" Type="http://schemas.openxmlformats.org/officeDocument/2006/relationships/image" Target="../media/image34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2.png"/><Relationship Id="rId11" Type="http://schemas.openxmlformats.org/officeDocument/2006/relationships/image" Target="../media/image345.png"/><Relationship Id="rId5" Type="http://schemas.openxmlformats.org/officeDocument/2006/relationships/image" Target="../media/image341.png"/><Relationship Id="rId10" Type="http://schemas.openxmlformats.org/officeDocument/2006/relationships/image" Target="../media/image344.png"/><Relationship Id="rId4" Type="http://schemas.openxmlformats.org/officeDocument/2006/relationships/image" Target="../media/image340.png"/><Relationship Id="rId9" Type="http://schemas.openxmlformats.org/officeDocument/2006/relationships/image" Target="../media/image331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0.png"/><Relationship Id="rId5" Type="http://schemas.openxmlformats.org/officeDocument/2006/relationships/image" Target="../media/image349.png"/><Relationship Id="rId4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5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png"/><Relationship Id="rId2" Type="http://schemas.openxmlformats.org/officeDocument/2006/relationships/image" Target="../media/image3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png"/><Relationship Id="rId3" Type="http://schemas.openxmlformats.org/officeDocument/2006/relationships/image" Target="../media/image10.png"/><Relationship Id="rId7" Type="http://schemas.openxmlformats.org/officeDocument/2006/relationships/image" Target="../media/image35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7.png"/><Relationship Id="rId5" Type="http://schemas.openxmlformats.org/officeDocument/2006/relationships/image" Target="../media/image356.png"/><Relationship Id="rId4" Type="http://schemas.openxmlformats.org/officeDocument/2006/relationships/image" Target="../media/image18.png"/><Relationship Id="rId9" Type="http://schemas.openxmlformats.org/officeDocument/2006/relationships/image" Target="../media/image360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4.png"/><Relationship Id="rId3" Type="http://schemas.openxmlformats.org/officeDocument/2006/relationships/image" Target="../media/image10.png"/><Relationship Id="rId7" Type="http://schemas.openxmlformats.org/officeDocument/2006/relationships/image" Target="../media/image36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2.png"/><Relationship Id="rId5" Type="http://schemas.openxmlformats.org/officeDocument/2006/relationships/image" Target="../media/image361.png"/><Relationship Id="rId4" Type="http://schemas.openxmlformats.org/officeDocument/2006/relationships/image" Target="../media/image1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6.png"/><Relationship Id="rId2" Type="http://schemas.openxmlformats.org/officeDocument/2006/relationships/image" Target="../media/image3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8.png"/><Relationship Id="rId2" Type="http://schemas.openxmlformats.org/officeDocument/2006/relationships/image" Target="../media/image3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0" y="2400300"/>
            <a:ext cx="5702300" cy="3111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600" y="2260600"/>
            <a:ext cx="15684500" cy="41275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571500000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1651000"/>
            <a:ext cx="17132300" cy="381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571500000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6324600"/>
            <a:ext cx="17132300" cy="381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571500000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800" y="7454900"/>
            <a:ext cx="2921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400" y="7493000"/>
            <a:ext cx="12357100" cy="10160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03400" y="5397500"/>
            <a:ext cx="3797300" cy="4889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9300" y="228600"/>
            <a:ext cx="13322300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54000"/>
            <a:ext cx="26924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7137400"/>
            <a:ext cx="1841500" cy="1739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81000" y="6337300"/>
            <a:ext cx="4152900" cy="1155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086100"/>
            <a:ext cx="3086100" cy="30861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5100" y="3086100"/>
            <a:ext cx="3098800" cy="30988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1900" y="3086100"/>
            <a:ext cx="3086100" cy="30861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6000" y="3086100"/>
            <a:ext cx="3111500" cy="31115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95500" y="3086100"/>
            <a:ext cx="3086100" cy="30861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00400" y="6337300"/>
            <a:ext cx="4114800" cy="1155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9100" y="6337300"/>
            <a:ext cx="4165600" cy="1155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50500" y="6337300"/>
            <a:ext cx="4165600" cy="1155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944600" y="6337300"/>
            <a:ext cx="4114800" cy="1155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78300" y="7200900"/>
            <a:ext cx="2298700" cy="1663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85100" y="7162800"/>
            <a:ext cx="2273300" cy="1625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506200" y="7162800"/>
            <a:ext cx="2514600" cy="1625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011400" y="7150100"/>
            <a:ext cx="347980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00" y="1739900"/>
            <a:ext cx="5994400" cy="7226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244600"/>
            <a:ext cx="4076700" cy="251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009900"/>
            <a:ext cx="30480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6200000">
            <a:off x="647700" y="5207000"/>
            <a:ext cx="7378700" cy="381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095500"/>
            <a:ext cx="6083300" cy="6591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200" y="3594100"/>
            <a:ext cx="8051800" cy="342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6200000">
            <a:off x="5003800" y="4787900"/>
            <a:ext cx="22733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00" y="6019800"/>
            <a:ext cx="381000" cy="171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00" y="3797300"/>
            <a:ext cx="381000" cy="1714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247900"/>
            <a:ext cx="4330700" cy="101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" y="292100"/>
            <a:ext cx="2260600" cy="161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2700" y="3327400"/>
            <a:ext cx="7505700" cy="13970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5700" y="2146300"/>
            <a:ext cx="7239000" cy="7467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2700" y="5549900"/>
            <a:ext cx="7505700" cy="1397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2700" y="7772400"/>
            <a:ext cx="7505700" cy="13970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9300" y="5892800"/>
            <a:ext cx="5994400" cy="850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13000" y="8128000"/>
            <a:ext cx="5041900" cy="850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59000" y="3670300"/>
            <a:ext cx="55753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33401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775700" y="-2324100"/>
            <a:ext cx="35826700" cy="1643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3700" y="5905500"/>
            <a:ext cx="2032000" cy="355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63700" y="8369300"/>
            <a:ext cx="2032000" cy="381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3700" y="3441700"/>
            <a:ext cx="2032000" cy="3556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27940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2616200"/>
            <a:ext cx="7226300" cy="6667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200" y="4038600"/>
            <a:ext cx="6134100" cy="8509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00" y="2298700"/>
            <a:ext cx="9055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23368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" y="2679700"/>
            <a:ext cx="800100" cy="67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32300" y="2908300"/>
            <a:ext cx="8001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1993900" y="5194300"/>
            <a:ext cx="3530600" cy="495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7594600" y="5207000"/>
            <a:ext cx="3530600" cy="4953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13195300" y="5194300"/>
            <a:ext cx="3530600" cy="49530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444500" y="3263900"/>
            <a:ext cx="18275300" cy="129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536700" y="7200900"/>
            <a:ext cx="8623300" cy="1092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5092700"/>
            <a:ext cx="1854200" cy="1625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0" y="7213600"/>
            <a:ext cx="4660900" cy="1092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81000" y="7188200"/>
            <a:ext cx="3352800" cy="1092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7600" y="1701800"/>
            <a:ext cx="2501900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33528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4775200"/>
            <a:ext cx="254000" cy="203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2184400"/>
            <a:ext cx="254000" cy="203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7366000"/>
            <a:ext cx="254000" cy="20320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2425700"/>
            <a:ext cx="13131800" cy="2298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600" y="5067300"/>
            <a:ext cx="14490700" cy="2197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1900" y="7429500"/>
            <a:ext cx="111125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23622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541830800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" y="3251200"/>
            <a:ext cx="18059400" cy="4914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0" y="2095500"/>
            <a:ext cx="6235700" cy="6591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3594100"/>
            <a:ext cx="6946900" cy="342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6200000">
            <a:off x="5740400" y="4787900"/>
            <a:ext cx="22733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1625600"/>
            <a:ext cx="9410700" cy="8597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292100"/>
            <a:ext cx="2349500" cy="161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34163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778000"/>
            <a:ext cx="16611600" cy="8382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330200"/>
            <a:ext cx="24384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" y="3200400"/>
            <a:ext cx="9004300" cy="54991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800" y="3213100"/>
            <a:ext cx="9017000" cy="56388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38735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2800" y="1803400"/>
            <a:ext cx="14135100" cy="83312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095500"/>
            <a:ext cx="6223000" cy="6591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3594100"/>
            <a:ext cx="11607800" cy="342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6200000">
            <a:off x="3416300" y="4787900"/>
            <a:ext cx="22733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37719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3009900"/>
            <a:ext cx="7035800" cy="1968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5245100"/>
            <a:ext cx="7035800" cy="1371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6883400"/>
            <a:ext cx="7035800" cy="1371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8509000"/>
            <a:ext cx="7035800" cy="137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52400" y="3175000"/>
            <a:ext cx="8788400" cy="1701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3500" y="8559800"/>
            <a:ext cx="8572500" cy="1435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55600" y="5422900"/>
            <a:ext cx="8851900" cy="1155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0" y="6934200"/>
            <a:ext cx="5803900" cy="1435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6600" y="1993900"/>
            <a:ext cx="3124200" cy="152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15800" y="1993900"/>
            <a:ext cx="3124200" cy="152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3000" y="3009900"/>
            <a:ext cx="7035800" cy="13716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85750000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5207000" y="5956300"/>
            <a:ext cx="7835900" cy="254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08900" y="3073400"/>
            <a:ext cx="9639300" cy="1435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43180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1981200"/>
            <a:ext cx="2590800" cy="10287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600" y="4267200"/>
            <a:ext cx="6172200" cy="4940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" y="3225800"/>
            <a:ext cx="7112000" cy="6565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000" y="3225800"/>
            <a:ext cx="9766300" cy="6565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100" y="2070100"/>
            <a:ext cx="2209800" cy="1028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1500" y="3352800"/>
            <a:ext cx="4191000" cy="850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3276600"/>
            <a:ext cx="990600" cy="9906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7300" y="3911600"/>
            <a:ext cx="6858000" cy="57785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42500" y="3276600"/>
            <a:ext cx="69469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2006600"/>
            <a:ext cx="4724400" cy="1028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251200"/>
            <a:ext cx="7112000" cy="6565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5000" y="3251200"/>
            <a:ext cx="9766300" cy="6565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00" y="2082800"/>
            <a:ext cx="4572000" cy="1028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7800" y="3365500"/>
            <a:ext cx="4191000" cy="8509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900" y="3911600"/>
            <a:ext cx="6388100" cy="5854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2500" y="3352800"/>
            <a:ext cx="6794500" cy="8509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02800" y="3937000"/>
            <a:ext cx="7518400" cy="582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6800" y="3276600"/>
            <a:ext cx="990600" cy="9906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800" y="292100"/>
            <a:ext cx="43180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2032000"/>
            <a:ext cx="3213100" cy="1028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159000"/>
            <a:ext cx="2921000" cy="152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00" y="3390900"/>
            <a:ext cx="4191000" cy="850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368800"/>
            <a:ext cx="6845300" cy="48641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4711700"/>
            <a:ext cx="9563100" cy="422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263900"/>
            <a:ext cx="7112000" cy="6565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5300" y="3263900"/>
            <a:ext cx="9766300" cy="6565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6800" y="3276600"/>
            <a:ext cx="990600" cy="9906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5500" y="3390900"/>
            <a:ext cx="6946900" cy="850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800" y="292100"/>
            <a:ext cx="43180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985000"/>
            <a:ext cx="7505700" cy="1079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5168900"/>
            <a:ext cx="7505700" cy="1079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52800"/>
            <a:ext cx="7505700" cy="1079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813800"/>
            <a:ext cx="7505700" cy="1079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200" y="7150100"/>
            <a:ext cx="5702300" cy="850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3500" y="9017000"/>
            <a:ext cx="3568700" cy="1270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5346700"/>
            <a:ext cx="4216400" cy="850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2200" y="3517900"/>
            <a:ext cx="4114800" cy="850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848100" y="8089900"/>
            <a:ext cx="723900" cy="7239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4700" y="3759200"/>
            <a:ext cx="9690100" cy="16637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7400" y="5499100"/>
            <a:ext cx="7213600" cy="19304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7400" y="7493000"/>
            <a:ext cx="6172200" cy="18542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66100" y="2311400"/>
            <a:ext cx="9220200" cy="850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81900" y="2882900"/>
            <a:ext cx="9652000" cy="850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800" y="292100"/>
            <a:ext cx="4318000" cy="1612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6900" y="2057400"/>
            <a:ext cx="4813300" cy="1028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848100" y="6273800"/>
            <a:ext cx="723900" cy="723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848100" y="4457700"/>
            <a:ext cx="723900" cy="7239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9000" y="2146300"/>
            <a:ext cx="43434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57400"/>
            <a:ext cx="2870200" cy="1028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0" y="2133600"/>
            <a:ext cx="2552700" cy="1028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3700" y="3416300"/>
            <a:ext cx="4191000" cy="850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4216400"/>
            <a:ext cx="6934200" cy="53086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9300" y="5575300"/>
            <a:ext cx="9194800" cy="2146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600" y="3263900"/>
            <a:ext cx="7112000" cy="6565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5300" y="3263900"/>
            <a:ext cx="9766300" cy="65659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0" y="3365500"/>
            <a:ext cx="990600" cy="990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24900" y="3327400"/>
            <a:ext cx="8394700" cy="130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800" y="292100"/>
            <a:ext cx="43180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0" y="2095500"/>
            <a:ext cx="6273800" cy="6591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3403600"/>
            <a:ext cx="4648200" cy="3619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6200000">
            <a:off x="6807200" y="4787900"/>
            <a:ext cx="22733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" y="1625600"/>
            <a:ext cx="15405100" cy="8585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292100"/>
            <a:ext cx="3327400" cy="161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64897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400" y="2336800"/>
            <a:ext cx="3060700" cy="1016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9300" y="2311400"/>
            <a:ext cx="13233400" cy="6908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2311400"/>
            <a:ext cx="254000" cy="901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3800" y="2844800"/>
            <a:ext cx="10706100" cy="6451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700" y="8153400"/>
            <a:ext cx="12331700" cy="901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100" y="4279900"/>
            <a:ext cx="1117600" cy="1079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8191500"/>
            <a:ext cx="1739900" cy="152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2451100"/>
            <a:ext cx="254000" cy="4699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000" y="8026400"/>
            <a:ext cx="254000" cy="11049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7700" y="8242300"/>
            <a:ext cx="2374900" cy="850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8300" y="2349500"/>
            <a:ext cx="1866900" cy="129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28300" y="3937000"/>
            <a:ext cx="7188200" cy="850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28300" y="4864100"/>
            <a:ext cx="7429500" cy="1270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15600" y="6413500"/>
            <a:ext cx="6324600" cy="850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73700" y="2463800"/>
            <a:ext cx="2400300" cy="1066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42000" y="2628900"/>
            <a:ext cx="1892300" cy="914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50200" y="3911600"/>
            <a:ext cx="2400300" cy="812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45500" y="3975100"/>
            <a:ext cx="1562100" cy="1371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50200" y="4902200"/>
            <a:ext cx="2400300" cy="1054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32800" y="5092700"/>
            <a:ext cx="1562100" cy="1371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73700" y="3911600"/>
            <a:ext cx="2400300" cy="2032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56300" y="4533900"/>
            <a:ext cx="1625600" cy="914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73700" y="6350000"/>
            <a:ext cx="2400300" cy="812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69000" y="6413500"/>
            <a:ext cx="1562100" cy="1371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37500" y="6350000"/>
            <a:ext cx="2400300" cy="8128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32800" y="6413500"/>
            <a:ext cx="1562100" cy="13716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50200" y="2451100"/>
            <a:ext cx="2400300" cy="10668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45500" y="2616200"/>
            <a:ext cx="1625600" cy="914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1800" y="292100"/>
            <a:ext cx="64897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77978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0" y="1778000"/>
            <a:ext cx="14097000" cy="838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6515100"/>
            <a:ext cx="12331700" cy="1282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00" y="1917700"/>
            <a:ext cx="12331700" cy="4203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" y="292100"/>
            <a:ext cx="6489700" cy="161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3568700"/>
            <a:ext cx="3060700" cy="1016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6300" y="2032000"/>
            <a:ext cx="7607300" cy="408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35100" y="6718300"/>
            <a:ext cx="1778000" cy="1016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7800" y="8572500"/>
            <a:ext cx="1739900" cy="152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6300" y="6807200"/>
            <a:ext cx="6858000" cy="850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000" y="6515100"/>
            <a:ext cx="254000" cy="128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000" y="8204200"/>
            <a:ext cx="254000" cy="1562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000" y="1917700"/>
            <a:ext cx="254000" cy="4203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48300" y="8204200"/>
            <a:ext cx="12331700" cy="15621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56300" y="8305800"/>
            <a:ext cx="42926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64897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00" y="2349500"/>
            <a:ext cx="812800" cy="812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0" y="2032000"/>
            <a:ext cx="2794000" cy="1028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5900" y="2032000"/>
            <a:ext cx="10223500" cy="8115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146300"/>
            <a:ext cx="26162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64897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00" y="2349500"/>
            <a:ext cx="812800" cy="812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0" y="2032000"/>
            <a:ext cx="2794000" cy="1028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3700" y="2032000"/>
            <a:ext cx="9880600" cy="8115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146300"/>
            <a:ext cx="26162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64897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00" y="2349500"/>
            <a:ext cx="812800" cy="812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0" y="2032000"/>
            <a:ext cx="2794000" cy="10287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8300" y="2032000"/>
            <a:ext cx="9918700" cy="8077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146300"/>
            <a:ext cx="26162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800" y="6032500"/>
            <a:ext cx="8013700" cy="13462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5800" y="7162800"/>
            <a:ext cx="8013700" cy="2628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000" y="5892800"/>
            <a:ext cx="8661400" cy="387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300" y="5892800"/>
            <a:ext cx="8661400" cy="387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300" y="1828800"/>
            <a:ext cx="8661400" cy="387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292100"/>
            <a:ext cx="7797800" cy="1612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500" y="2463800"/>
            <a:ext cx="8547100" cy="22860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50400" y="1841500"/>
            <a:ext cx="8077200" cy="10033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50400" y="2844800"/>
            <a:ext cx="8077200" cy="28067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500" y="7315200"/>
            <a:ext cx="8534400" cy="222250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7500" y="6197600"/>
            <a:ext cx="8534400" cy="10541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3700" y="1828800"/>
            <a:ext cx="8661400" cy="387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7099300"/>
            <a:ext cx="16014700" cy="274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520000">
            <a:off x="5524500" y="6438900"/>
            <a:ext cx="1511300" cy="698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520000">
            <a:off x="3568700" y="6438900"/>
            <a:ext cx="1511300" cy="698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" y="1816100"/>
            <a:ext cx="4165600" cy="4978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1816100"/>
            <a:ext cx="4724400" cy="4978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00" y="292100"/>
            <a:ext cx="7035800" cy="1612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616200" y="2959100"/>
            <a:ext cx="1079500" cy="698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590800" y="4572000"/>
            <a:ext cx="1079500" cy="698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7175500" y="2946400"/>
            <a:ext cx="1079500" cy="698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7162800" y="4584700"/>
            <a:ext cx="1079500" cy="698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9700" y="2235200"/>
            <a:ext cx="3479800" cy="901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36800" y="2298700"/>
            <a:ext cx="1790700" cy="939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9700" y="3848100"/>
            <a:ext cx="3479800" cy="901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9700" y="5461000"/>
            <a:ext cx="3479800" cy="901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4400" y="2235200"/>
            <a:ext cx="3479800" cy="901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89600" y="3848100"/>
            <a:ext cx="4038600" cy="901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1700" y="5461000"/>
            <a:ext cx="3479800" cy="901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38400" y="3860800"/>
            <a:ext cx="1625600" cy="977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74900" y="5511800"/>
            <a:ext cx="1701800" cy="939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35700" y="2298700"/>
            <a:ext cx="3200400" cy="939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54700" y="3911600"/>
            <a:ext cx="3898900" cy="939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54800" y="5511800"/>
            <a:ext cx="2273300" cy="939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15900" y="7823200"/>
            <a:ext cx="3479800" cy="901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436600" y="7874000"/>
            <a:ext cx="2565400" cy="9398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13931900" y="6731000"/>
            <a:ext cx="1447800" cy="6985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3600" y="1816100"/>
            <a:ext cx="4724400" cy="4978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4109700" y="3987800"/>
            <a:ext cx="1079500" cy="6985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15900" y="4876800"/>
            <a:ext cx="3479800" cy="9017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919200" y="4965700"/>
            <a:ext cx="1663700" cy="1371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928600" y="2717800"/>
            <a:ext cx="3479800" cy="12954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71100" y="6794500"/>
            <a:ext cx="2235200" cy="596900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3000" y="8750300"/>
            <a:ext cx="3479800" cy="9017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4851400" y="7874000"/>
            <a:ext cx="1079500" cy="698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85500" y="2692400"/>
            <a:ext cx="6337300" cy="1524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83800" y="6731000"/>
            <a:ext cx="2374900" cy="15240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08500" y="8851900"/>
            <a:ext cx="1968500" cy="13716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70300" y="7302500"/>
            <a:ext cx="3479800" cy="9017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18000" y="7353300"/>
            <a:ext cx="2273300" cy="927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35200" y="-76200"/>
            <a:ext cx="10998200" cy="13258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700" y="-76200"/>
            <a:ext cx="10998200" cy="13258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900" y="-76200"/>
            <a:ext cx="10998200" cy="13258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07900" y="4381500"/>
            <a:ext cx="4864100" cy="5549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4343400"/>
            <a:ext cx="4978400" cy="3429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800" y="292100"/>
            <a:ext cx="8978900" cy="1612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700" y="2349500"/>
            <a:ext cx="812800" cy="812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000" y="2032000"/>
            <a:ext cx="3136900" cy="1028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500" y="2108200"/>
            <a:ext cx="2971800" cy="1028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330700"/>
            <a:ext cx="5549900" cy="6134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2120900"/>
            <a:ext cx="3886200" cy="1028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9100" y="4013200"/>
            <a:ext cx="3403600" cy="46736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0" y="4013200"/>
            <a:ext cx="2273300" cy="467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247900"/>
            <a:ext cx="3670300" cy="152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6200" y="3302000"/>
            <a:ext cx="5981700" cy="1270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3600" y="3276600"/>
            <a:ext cx="2768600" cy="1270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87600" y="9321800"/>
            <a:ext cx="4025900" cy="152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7600" y="3962400"/>
            <a:ext cx="6985000" cy="1003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4191000" y="8648700"/>
            <a:ext cx="685800" cy="685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42000" y="1181100"/>
            <a:ext cx="15544800" cy="113665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1800" y="292100"/>
            <a:ext cx="89789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0" y="1739900"/>
            <a:ext cx="10210800" cy="8394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292100"/>
            <a:ext cx="8978900" cy="1612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2120900"/>
            <a:ext cx="2438400" cy="1028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2197100"/>
            <a:ext cx="22225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100" y="1765300"/>
            <a:ext cx="10934700" cy="8343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292100"/>
            <a:ext cx="8978900" cy="1612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2120900"/>
            <a:ext cx="2692400" cy="1028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00" y="2197100"/>
            <a:ext cx="25146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3187700"/>
            <a:ext cx="14414500" cy="7035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292100"/>
            <a:ext cx="8978900" cy="1612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2120900"/>
            <a:ext cx="2463800" cy="1028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00" y="2197100"/>
            <a:ext cx="21717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2900" y="6108700"/>
            <a:ext cx="5537200" cy="4013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365500"/>
            <a:ext cx="8178800" cy="609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0" y="2032000"/>
            <a:ext cx="3924300" cy="1028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4800" y="1727200"/>
            <a:ext cx="5600700" cy="4381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146300"/>
            <a:ext cx="3670300" cy="152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800" y="292100"/>
            <a:ext cx="89789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83439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1600" y="1701800"/>
            <a:ext cx="10452100" cy="8509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83439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1800" y="1727200"/>
            <a:ext cx="14884400" cy="8483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83439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0800" y="1701800"/>
            <a:ext cx="13119100" cy="85979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900" y="-2247900"/>
            <a:ext cx="20383500" cy="16497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36900" y="-2247900"/>
            <a:ext cx="13550900" cy="16497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2933700"/>
            <a:ext cx="6654800" cy="6807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800" y="2933700"/>
            <a:ext cx="7226300" cy="68072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33300" y="2933700"/>
            <a:ext cx="5537200" cy="6794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000" y="5511800"/>
            <a:ext cx="685800" cy="6858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800" y="292100"/>
            <a:ext cx="82169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-2247900"/>
            <a:ext cx="16776700" cy="16497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81400" y="-2247900"/>
            <a:ext cx="16598900" cy="16497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" y="3505200"/>
            <a:ext cx="8166100" cy="25146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6007100"/>
            <a:ext cx="8166100" cy="2971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9500" y="5778500"/>
            <a:ext cx="685800" cy="6858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9900" y="3009900"/>
            <a:ext cx="8331200" cy="6553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800" y="292100"/>
            <a:ext cx="86995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81400" y="-1130300"/>
            <a:ext cx="16598900" cy="12014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0" y="-1130300"/>
            <a:ext cx="16776700" cy="12014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700" y="5130800"/>
            <a:ext cx="6858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378200" y="1727200"/>
            <a:ext cx="16192500" cy="4965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378200" y="4457700"/>
            <a:ext cx="16192500" cy="4025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2900" y="1727200"/>
            <a:ext cx="16192500" cy="4965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2900" y="4457700"/>
            <a:ext cx="16192500" cy="4025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8039100"/>
            <a:ext cx="17145000" cy="1943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800" y="292100"/>
            <a:ext cx="8699500" cy="1612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0600" y="8115300"/>
            <a:ext cx="13233400" cy="1930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59100" y="6311900"/>
            <a:ext cx="15328900" cy="482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6311900"/>
            <a:ext cx="16116300" cy="4826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3700" y="3200400"/>
            <a:ext cx="7327900" cy="4356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4100" y="3467100"/>
            <a:ext cx="1460500" cy="711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5400" y="3048000"/>
            <a:ext cx="1460500" cy="711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0" y="4648200"/>
            <a:ext cx="14478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85500" y="4013200"/>
            <a:ext cx="1460500" cy="711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1200000">
            <a:off x="6819900" y="2844800"/>
            <a:ext cx="1219200" cy="59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1740000">
            <a:off x="10096500" y="3911600"/>
            <a:ext cx="1308100" cy="596900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800" y="292100"/>
            <a:ext cx="8699500" cy="1612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03700" y="1663700"/>
            <a:ext cx="5168900" cy="1422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7200" y="1663700"/>
            <a:ext cx="6845300" cy="1422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-2247900"/>
            <a:ext cx="16776700" cy="16497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81400" y="-2247900"/>
            <a:ext cx="16598900" cy="16497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" y="2908300"/>
            <a:ext cx="8115300" cy="67818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8000" y="2908300"/>
            <a:ext cx="8318500" cy="6489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8700" y="5435600"/>
            <a:ext cx="685800" cy="6858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800" y="292100"/>
            <a:ext cx="94107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81400" y="-2247900"/>
            <a:ext cx="16598900" cy="16497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0" y="2679700"/>
            <a:ext cx="6540500" cy="1917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00" y="2908300"/>
            <a:ext cx="8115300" cy="6781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00" y="292100"/>
            <a:ext cx="9410700" cy="16129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000" y="4546600"/>
            <a:ext cx="8343900" cy="14097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5300" y="5981700"/>
            <a:ext cx="7962900" cy="21463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5300" y="8001000"/>
            <a:ext cx="8369300" cy="7874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0700" y="8775700"/>
            <a:ext cx="8305800" cy="1219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48700" y="5435600"/>
            <a:ext cx="685800" cy="685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30800" y="-2247900"/>
            <a:ext cx="16776700" cy="164973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2200" y="4152900"/>
            <a:ext cx="12712700" cy="7480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92200" y="-50800"/>
            <a:ext cx="12712700" cy="7480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2159000"/>
            <a:ext cx="3924300" cy="3619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100" y="6400800"/>
            <a:ext cx="3848100" cy="3543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4800" y="-50800"/>
            <a:ext cx="12712700" cy="7480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2460000">
            <a:off x="4419600" y="2819400"/>
            <a:ext cx="1219200" cy="596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99800" y="2222500"/>
            <a:ext cx="3848100" cy="354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2460000">
            <a:off x="12179300" y="3048000"/>
            <a:ext cx="1219200" cy="59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2460000">
            <a:off x="4343400" y="7061200"/>
            <a:ext cx="1219200" cy="596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4800" y="4152900"/>
            <a:ext cx="12712700" cy="74803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800" y="292100"/>
            <a:ext cx="9410700" cy="1612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1600" y="2197100"/>
            <a:ext cx="6489700" cy="850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94800" y="2209800"/>
            <a:ext cx="6413500" cy="850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71600" y="6426200"/>
            <a:ext cx="6438900" cy="850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37000" y="3644900"/>
            <a:ext cx="1447800" cy="711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32400" y="2603500"/>
            <a:ext cx="1447800" cy="711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772900" y="4216400"/>
            <a:ext cx="1587500" cy="711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979400" y="2959100"/>
            <a:ext cx="1524000" cy="711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86200" y="8255000"/>
            <a:ext cx="1574800" cy="711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92700" y="6819900"/>
            <a:ext cx="1536700" cy="7112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137900" y="6388100"/>
            <a:ext cx="3860800" cy="3556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45600" y="7543800"/>
            <a:ext cx="6604000" cy="8509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823700" y="6426200"/>
            <a:ext cx="1524000" cy="711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15900" y="6362700"/>
            <a:ext cx="16510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" y="2070100"/>
            <a:ext cx="4940300" cy="6591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3530600"/>
            <a:ext cx="11557000" cy="342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6200000">
            <a:off x="3492500" y="4711700"/>
            <a:ext cx="22733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54991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9400" y="1752600"/>
            <a:ext cx="15176500" cy="8318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1524000"/>
            <a:ext cx="11176000" cy="8839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292100"/>
            <a:ext cx="3835400" cy="161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92100"/>
            <a:ext cx="6388100" cy="161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8800" y="1701800"/>
            <a:ext cx="9550400" cy="8509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1625600"/>
            <a:ext cx="16129000" cy="8547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292100"/>
            <a:ext cx="36703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1689100"/>
            <a:ext cx="15976600" cy="8534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292100"/>
            <a:ext cx="36703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6700" y="1689100"/>
            <a:ext cx="15214600" cy="8470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292100"/>
            <a:ext cx="36703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1689100"/>
            <a:ext cx="15125700" cy="8597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292100"/>
            <a:ext cx="36703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1714500"/>
            <a:ext cx="15113000" cy="8509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292100"/>
            <a:ext cx="36703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100" y="1676400"/>
            <a:ext cx="15417800" cy="8585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292100"/>
            <a:ext cx="36703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600" y="1676400"/>
            <a:ext cx="15303500" cy="8623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292100"/>
            <a:ext cx="36703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1600" y="1701800"/>
            <a:ext cx="10452100" cy="8509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292100"/>
            <a:ext cx="3670300" cy="16129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1892300"/>
            <a:ext cx="3035300" cy="10287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600" y="5410200"/>
            <a:ext cx="4851400" cy="44450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7600" y="1676400"/>
            <a:ext cx="10109200" cy="8191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5700" y="2387600"/>
            <a:ext cx="4559300" cy="2235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46500"/>
            <a:ext cx="3543300" cy="1168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800" y="292100"/>
            <a:ext cx="5588000" cy="1612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7400" y="2032000"/>
            <a:ext cx="2743200" cy="1524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16100" y="3784600"/>
            <a:ext cx="32385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" y="292100"/>
            <a:ext cx="5588000" cy="1612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11600" y="-38100"/>
            <a:ext cx="16802100" cy="13169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" y="4013200"/>
            <a:ext cx="8801100" cy="179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9200" y="3327400"/>
            <a:ext cx="9588500" cy="709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0000" y="2006600"/>
            <a:ext cx="15417800" cy="1028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000" y="1892300"/>
            <a:ext cx="2857500" cy="1028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200" y="1968500"/>
            <a:ext cx="27051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" y="2984500"/>
            <a:ext cx="6451600" cy="4584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-685800"/>
            <a:ext cx="20904200" cy="14160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1892300"/>
            <a:ext cx="2133600" cy="1028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700" y="6807200"/>
            <a:ext cx="6451600" cy="313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800" y="292100"/>
            <a:ext cx="5588000" cy="1612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13800" y="3759200"/>
            <a:ext cx="4927600" cy="1943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8900" y="2984500"/>
            <a:ext cx="3873500" cy="1168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5400" y="5689600"/>
            <a:ext cx="8610600" cy="427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2032000"/>
            <a:ext cx="18542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3060700"/>
            <a:ext cx="16446500" cy="712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800" y="292100"/>
            <a:ext cx="2527300" cy="1612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000" y="2032000"/>
            <a:ext cx="3352800" cy="10287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200" y="2108200"/>
            <a:ext cx="31750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2095500"/>
            <a:ext cx="6235700" cy="6591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3403600"/>
            <a:ext cx="3657600" cy="3632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6200000">
            <a:off x="7378700" y="4787900"/>
            <a:ext cx="22733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2095500"/>
            <a:ext cx="6223000" cy="6591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0" y="3594100"/>
            <a:ext cx="9525000" cy="342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6200000">
            <a:off x="4800600" y="4787900"/>
            <a:ext cx="22733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-1511300"/>
            <a:ext cx="16192500" cy="14719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479800" y="-1511300"/>
            <a:ext cx="16192500" cy="14719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00" y="330200"/>
            <a:ext cx="3403600" cy="1612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8700" y="3695700"/>
            <a:ext cx="5283200" cy="4013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700" y="3670300"/>
            <a:ext cx="41910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625600"/>
            <a:ext cx="17919700" cy="6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76200"/>
            <a:ext cx="17919700" cy="254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7300" y="1689100"/>
            <a:ext cx="10706100" cy="5562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800" y="330200"/>
            <a:ext cx="2527300" cy="1612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00" y="7251700"/>
            <a:ext cx="18440400" cy="3657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2500" y="990600"/>
            <a:ext cx="64262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00" y="2095500"/>
            <a:ext cx="6235700" cy="6591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0" y="3403600"/>
            <a:ext cx="5816600" cy="3632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6200000">
            <a:off x="6248400" y="4787900"/>
            <a:ext cx="22733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6083300"/>
            <a:ext cx="9448800" cy="254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900" y="2222500"/>
            <a:ext cx="13423900" cy="6197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3644900"/>
            <a:ext cx="9448800" cy="2540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5600" y="406400"/>
            <a:ext cx="1028700" cy="1041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170</Words>
  <Application>Microsoft Office PowerPoint</Application>
  <PresentationFormat>사용자 지정</PresentationFormat>
  <Paragraphs>7</Paragraphs>
  <Slides>71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7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김이경</cp:lastModifiedBy>
  <cp:revision>5</cp:revision>
  <dcterms:created xsi:type="dcterms:W3CDTF">2006-08-16T00:00:00Z</dcterms:created>
  <dcterms:modified xsi:type="dcterms:W3CDTF">2025-08-21T04:50:20Z</dcterms:modified>
</cp:coreProperties>
</file>